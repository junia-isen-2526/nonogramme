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8" r:id="rId4"/>
    <p:sldId id="260" r:id="rId5"/>
    <p:sldId id="265" r:id="rId6"/>
    <p:sldId id="261" r:id="rId7"/>
    <p:sldId id="264" r:id="rId8"/>
    <p:sldId id="262" r:id="rId9"/>
    <p:sldId id="263"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87D5A2-E72F-447B-928F-1F8926C17869}" v="49" dt="2026-05-16T12:41:34.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0" autoAdjust="0"/>
    <p:restoredTop sz="94660"/>
  </p:normalViewPr>
  <p:slideViewPr>
    <p:cSldViewPr snapToGrid="0">
      <p:cViewPr varScale="1">
        <p:scale>
          <a:sx n="111" d="100"/>
          <a:sy n="111" d="100"/>
        </p:scale>
        <p:origin x="486" y="96"/>
      </p:cViewPr>
      <p:guideLst/>
    </p:cSldViewPr>
  </p:slideViewPr>
  <p:notesTextViewPr>
    <p:cViewPr>
      <p:scale>
        <a:sx n="3" d="2"/>
        <a:sy n="3" d="2"/>
      </p:scale>
      <p:origin x="0" y="0"/>
    </p:cViewPr>
  </p:notesTextViewPr>
  <p:notesViewPr>
    <p:cSldViewPr snapToGrid="0">
      <p:cViewPr varScale="1">
        <p:scale>
          <a:sx n="92" d="100"/>
          <a:sy n="92" d="100"/>
        </p:scale>
        <p:origin x="3531" y="3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Aymeric Diet" userId="f459a38a808e9175" providerId="LiveId" clId="{8915BCC7-19E1-4A83-9915-BF9A71412249}"/>
    <pc:docChg chg="undo custSel addSld delSld modSld sldOrd">
      <pc:chgData name="Jean-Aymeric Diet" userId="f459a38a808e9175" providerId="LiveId" clId="{8915BCC7-19E1-4A83-9915-BF9A71412249}" dt="2026-05-18T06:29:27.830" v="679" actId="20577"/>
      <pc:docMkLst>
        <pc:docMk/>
      </pc:docMkLst>
      <pc:sldChg chg="addSp delSp modSp mod">
        <pc:chgData name="Jean-Aymeric Diet" userId="f459a38a808e9175" providerId="LiveId" clId="{8915BCC7-19E1-4A83-9915-BF9A71412249}" dt="2026-05-16T12:06:09.034" v="133" actId="1076"/>
        <pc:sldMkLst>
          <pc:docMk/>
          <pc:sldMk cId="3078853488" sldId="256"/>
        </pc:sldMkLst>
        <pc:spChg chg="mod">
          <ac:chgData name="Jean-Aymeric Diet" userId="f459a38a808e9175" providerId="LiveId" clId="{8915BCC7-19E1-4A83-9915-BF9A71412249}" dt="2026-05-16T11:36:32.307" v="61" actId="20577"/>
          <ac:spMkLst>
            <pc:docMk/>
            <pc:sldMk cId="3078853488" sldId="256"/>
            <ac:spMk id="3" creationId="{38F70DF8-2525-43FB-B286-749AEA44FFD5}"/>
          </ac:spMkLst>
        </pc:spChg>
        <pc:picChg chg="add mod">
          <ac:chgData name="Jean-Aymeric Diet" userId="f459a38a808e9175" providerId="LiveId" clId="{8915BCC7-19E1-4A83-9915-BF9A71412249}" dt="2026-05-16T12:06:05.044" v="132" actId="1076"/>
          <ac:picMkLst>
            <pc:docMk/>
            <pc:sldMk cId="3078853488" sldId="256"/>
            <ac:picMk id="11" creationId="{7966D01D-9CC5-E45A-28FD-6C991BBC9A22}"/>
          </ac:picMkLst>
        </pc:picChg>
        <pc:picChg chg="add mod">
          <ac:chgData name="Jean-Aymeric Diet" userId="f459a38a808e9175" providerId="LiveId" clId="{8915BCC7-19E1-4A83-9915-BF9A71412249}" dt="2026-05-16T12:06:09.034" v="133" actId="1076"/>
          <ac:picMkLst>
            <pc:docMk/>
            <pc:sldMk cId="3078853488" sldId="256"/>
            <ac:picMk id="13" creationId="{B387BC0F-AB9A-A6D6-CA60-E035F45C2250}"/>
          </ac:picMkLst>
        </pc:picChg>
      </pc:sldChg>
      <pc:sldChg chg="modSp new mod">
        <pc:chgData name="Jean-Aymeric Diet" userId="f459a38a808e9175" providerId="LiveId" clId="{8915BCC7-19E1-4A83-9915-BF9A71412249}" dt="2026-05-16T11:37:50.166" v="77"/>
        <pc:sldMkLst>
          <pc:docMk/>
          <pc:sldMk cId="3727351119" sldId="257"/>
        </pc:sldMkLst>
        <pc:spChg chg="mod">
          <ac:chgData name="Jean-Aymeric Diet" userId="f459a38a808e9175" providerId="LiveId" clId="{8915BCC7-19E1-4A83-9915-BF9A71412249}" dt="2026-05-16T11:37:50.166" v="77"/>
          <ac:spMkLst>
            <pc:docMk/>
            <pc:sldMk cId="3727351119" sldId="257"/>
            <ac:spMk id="2" creationId="{3FBA6A6F-E3A4-0752-454F-66393EFC8A76}"/>
          </ac:spMkLst>
        </pc:spChg>
        <pc:spChg chg="mod">
          <ac:chgData name="Jean-Aymeric Diet" userId="f459a38a808e9175" providerId="LiveId" clId="{8915BCC7-19E1-4A83-9915-BF9A71412249}" dt="2026-05-16T11:36:52.248" v="76" actId="27636"/>
          <ac:spMkLst>
            <pc:docMk/>
            <pc:sldMk cId="3727351119" sldId="257"/>
            <ac:spMk id="3" creationId="{0F139D78-5114-2380-EA54-BE90D387066C}"/>
          </ac:spMkLst>
        </pc:spChg>
      </pc:sldChg>
      <pc:sldChg chg="modSp new mod">
        <pc:chgData name="Jean-Aymeric Diet" userId="f459a38a808e9175" providerId="LiveId" clId="{8915BCC7-19E1-4A83-9915-BF9A71412249}" dt="2026-05-16T12:07:14.434" v="151" actId="20577"/>
        <pc:sldMkLst>
          <pc:docMk/>
          <pc:sldMk cId="3028700020" sldId="258"/>
        </pc:sldMkLst>
        <pc:spChg chg="mod">
          <ac:chgData name="Jean-Aymeric Diet" userId="f459a38a808e9175" providerId="LiveId" clId="{8915BCC7-19E1-4A83-9915-BF9A71412249}" dt="2026-05-16T12:01:07.383" v="90"/>
          <ac:spMkLst>
            <pc:docMk/>
            <pc:sldMk cId="3028700020" sldId="258"/>
            <ac:spMk id="2" creationId="{F2EB45C0-3E2A-2EEF-C709-9FF3553DDBFC}"/>
          </ac:spMkLst>
        </pc:spChg>
        <pc:spChg chg="mod">
          <ac:chgData name="Jean-Aymeric Diet" userId="f459a38a808e9175" providerId="LiveId" clId="{8915BCC7-19E1-4A83-9915-BF9A71412249}" dt="2026-05-16T12:07:14.434" v="151" actId="20577"/>
          <ac:spMkLst>
            <pc:docMk/>
            <pc:sldMk cId="3028700020" sldId="258"/>
            <ac:spMk id="3" creationId="{950D42C0-10B3-77E3-1E5F-5002EF715266}"/>
          </ac:spMkLst>
        </pc:spChg>
      </pc:sldChg>
      <pc:sldChg chg="modSp add del mod">
        <pc:chgData name="Jean-Aymeric Diet" userId="f459a38a808e9175" providerId="LiveId" clId="{8915BCC7-19E1-4A83-9915-BF9A71412249}" dt="2026-05-18T06:22:33.133" v="655" actId="47"/>
        <pc:sldMkLst>
          <pc:docMk/>
          <pc:sldMk cId="2265190639" sldId="259"/>
        </pc:sldMkLst>
        <pc:spChg chg="mod">
          <ac:chgData name="Jean-Aymeric Diet" userId="f459a38a808e9175" providerId="LiveId" clId="{8915BCC7-19E1-4A83-9915-BF9A71412249}" dt="2026-05-18T06:22:28.832" v="654" actId="6549"/>
          <ac:spMkLst>
            <pc:docMk/>
            <pc:sldMk cId="2265190639" sldId="259"/>
            <ac:spMk id="3" creationId="{ECABB98D-8298-EB53-6F51-72C3B97D6048}"/>
          </ac:spMkLst>
        </pc:spChg>
      </pc:sldChg>
      <pc:sldChg chg="modSp add mod">
        <pc:chgData name="Jean-Aymeric Diet" userId="f459a38a808e9175" providerId="LiveId" clId="{8915BCC7-19E1-4A83-9915-BF9A71412249}" dt="2026-05-16T12:21:05.414" v="422" actId="20577"/>
        <pc:sldMkLst>
          <pc:docMk/>
          <pc:sldMk cId="1967333388" sldId="260"/>
        </pc:sldMkLst>
        <pc:spChg chg="mod">
          <ac:chgData name="Jean-Aymeric Diet" userId="f459a38a808e9175" providerId="LiveId" clId="{8915BCC7-19E1-4A83-9915-BF9A71412249}" dt="2026-05-16T12:21:05.414" v="422" actId="20577"/>
          <ac:spMkLst>
            <pc:docMk/>
            <pc:sldMk cId="1967333388" sldId="260"/>
            <ac:spMk id="3" creationId="{86C97031-279C-F4A3-43C9-45309BF646CB}"/>
          </ac:spMkLst>
        </pc:spChg>
      </pc:sldChg>
      <pc:sldChg chg="modSp new mod">
        <pc:chgData name="Jean-Aymeric Diet" userId="f459a38a808e9175" providerId="LiveId" clId="{8915BCC7-19E1-4A83-9915-BF9A71412249}" dt="2026-05-16T12:22:00.848" v="424" actId="27636"/>
        <pc:sldMkLst>
          <pc:docMk/>
          <pc:sldMk cId="3379982737" sldId="261"/>
        </pc:sldMkLst>
        <pc:spChg chg="mod">
          <ac:chgData name="Jean-Aymeric Diet" userId="f459a38a808e9175" providerId="LiveId" clId="{8915BCC7-19E1-4A83-9915-BF9A71412249}" dt="2026-05-16T12:13:30.712" v="171"/>
          <ac:spMkLst>
            <pc:docMk/>
            <pc:sldMk cId="3379982737" sldId="261"/>
            <ac:spMk id="2" creationId="{4B09A4ED-6274-E33A-AB63-92F2820F74DF}"/>
          </ac:spMkLst>
        </pc:spChg>
        <pc:spChg chg="mod">
          <ac:chgData name="Jean-Aymeric Diet" userId="f459a38a808e9175" providerId="LiveId" clId="{8915BCC7-19E1-4A83-9915-BF9A71412249}" dt="2026-05-16T12:22:00.848" v="424" actId="27636"/>
          <ac:spMkLst>
            <pc:docMk/>
            <pc:sldMk cId="3379982737" sldId="261"/>
            <ac:spMk id="3" creationId="{66FD3078-216D-AD87-CCD5-427F66E21A77}"/>
          </ac:spMkLst>
        </pc:spChg>
      </pc:sldChg>
      <pc:sldChg chg="modSp add mod">
        <pc:chgData name="Jean-Aymeric Diet" userId="f459a38a808e9175" providerId="LiveId" clId="{8915BCC7-19E1-4A83-9915-BF9A71412249}" dt="2026-05-16T12:16:08.209" v="248" actId="6549"/>
        <pc:sldMkLst>
          <pc:docMk/>
          <pc:sldMk cId="1552208635" sldId="262"/>
        </pc:sldMkLst>
        <pc:spChg chg="mod">
          <ac:chgData name="Jean-Aymeric Diet" userId="f459a38a808e9175" providerId="LiveId" clId="{8915BCC7-19E1-4A83-9915-BF9A71412249}" dt="2026-05-16T12:13:51.017" v="180" actId="27636"/>
          <ac:spMkLst>
            <pc:docMk/>
            <pc:sldMk cId="1552208635" sldId="262"/>
            <ac:spMk id="2" creationId="{40C4EF01-97F4-3BC9-5D61-A85A331DB218}"/>
          </ac:spMkLst>
        </pc:spChg>
        <pc:spChg chg="mod">
          <ac:chgData name="Jean-Aymeric Diet" userId="f459a38a808e9175" providerId="LiveId" clId="{8915BCC7-19E1-4A83-9915-BF9A71412249}" dt="2026-05-16T12:16:08.209" v="248" actId="6549"/>
          <ac:spMkLst>
            <pc:docMk/>
            <pc:sldMk cId="1552208635" sldId="262"/>
            <ac:spMk id="3" creationId="{1ABA70F6-5DA5-16A9-3591-4D79486A8B0F}"/>
          </ac:spMkLst>
        </pc:spChg>
      </pc:sldChg>
      <pc:sldChg chg="modSp add mod">
        <pc:chgData name="Jean-Aymeric Diet" userId="f459a38a808e9175" providerId="LiveId" clId="{8915BCC7-19E1-4A83-9915-BF9A71412249}" dt="2026-05-16T12:16:43.650" v="283" actId="20577"/>
        <pc:sldMkLst>
          <pc:docMk/>
          <pc:sldMk cId="2456546238" sldId="263"/>
        </pc:sldMkLst>
        <pc:spChg chg="mod">
          <ac:chgData name="Jean-Aymeric Diet" userId="f459a38a808e9175" providerId="LiveId" clId="{8915BCC7-19E1-4A83-9915-BF9A71412249}" dt="2026-05-16T12:13:58.232" v="181"/>
          <ac:spMkLst>
            <pc:docMk/>
            <pc:sldMk cId="2456546238" sldId="263"/>
            <ac:spMk id="2" creationId="{3D4F6765-01E1-6F93-7D2E-00FA32F59D06}"/>
          </ac:spMkLst>
        </pc:spChg>
        <pc:spChg chg="mod">
          <ac:chgData name="Jean-Aymeric Diet" userId="f459a38a808e9175" providerId="LiveId" clId="{8915BCC7-19E1-4A83-9915-BF9A71412249}" dt="2026-05-16T12:16:43.650" v="283" actId="20577"/>
          <ac:spMkLst>
            <pc:docMk/>
            <pc:sldMk cId="2456546238" sldId="263"/>
            <ac:spMk id="3" creationId="{C3FC7BF5-F701-B9BE-DFA6-4F5A07B1765F}"/>
          </ac:spMkLst>
        </pc:spChg>
      </pc:sldChg>
      <pc:sldChg chg="modSp add mod ord">
        <pc:chgData name="Jean-Aymeric Diet" userId="f459a38a808e9175" providerId="LiveId" clId="{8915BCC7-19E1-4A83-9915-BF9A71412249}" dt="2026-05-16T12:15:35.901" v="237" actId="20577"/>
        <pc:sldMkLst>
          <pc:docMk/>
          <pc:sldMk cId="2976999053" sldId="264"/>
        </pc:sldMkLst>
        <pc:spChg chg="mod">
          <ac:chgData name="Jean-Aymeric Diet" userId="f459a38a808e9175" providerId="LiveId" clId="{8915BCC7-19E1-4A83-9915-BF9A71412249}" dt="2026-05-16T12:13:39.644" v="176" actId="27636"/>
          <ac:spMkLst>
            <pc:docMk/>
            <pc:sldMk cId="2976999053" sldId="264"/>
            <ac:spMk id="2" creationId="{699990CF-365D-2C8C-C6D5-4BDDB60F6B42}"/>
          </ac:spMkLst>
        </pc:spChg>
        <pc:spChg chg="mod">
          <ac:chgData name="Jean-Aymeric Diet" userId="f459a38a808e9175" providerId="LiveId" clId="{8915BCC7-19E1-4A83-9915-BF9A71412249}" dt="2026-05-16T12:15:35.901" v="237" actId="20577"/>
          <ac:spMkLst>
            <pc:docMk/>
            <pc:sldMk cId="2976999053" sldId="264"/>
            <ac:spMk id="3" creationId="{D7546E76-312D-E28C-7BC5-453E1E6A8AC2}"/>
          </ac:spMkLst>
        </pc:spChg>
      </pc:sldChg>
      <pc:sldChg chg="addSp delSp modSp new mod">
        <pc:chgData name="Jean-Aymeric Diet" userId="f459a38a808e9175" providerId="LiveId" clId="{8915BCC7-19E1-4A83-9915-BF9A71412249}" dt="2026-05-18T06:29:27.830" v="679" actId="20577"/>
        <pc:sldMkLst>
          <pc:docMk/>
          <pc:sldMk cId="2716841572" sldId="265"/>
        </pc:sldMkLst>
        <pc:spChg chg="mod">
          <ac:chgData name="Jean-Aymeric Diet" userId="f459a38a808e9175" providerId="LiveId" clId="{8915BCC7-19E1-4A83-9915-BF9A71412249}" dt="2026-05-16T12:22:17.659" v="470" actId="20577"/>
          <ac:spMkLst>
            <pc:docMk/>
            <pc:sldMk cId="2716841572" sldId="265"/>
            <ac:spMk id="2" creationId="{63B9BF85-F950-2C94-CD62-C27403DF5BFE}"/>
          </ac:spMkLst>
        </pc:spChg>
        <pc:spChg chg="add mod ord">
          <ac:chgData name="Jean-Aymeric Diet" userId="f459a38a808e9175" providerId="LiveId" clId="{8915BCC7-19E1-4A83-9915-BF9A71412249}" dt="2026-05-18T06:29:27.830" v="679" actId="20577"/>
          <ac:spMkLst>
            <pc:docMk/>
            <pc:sldMk cId="2716841572" sldId="265"/>
            <ac:spMk id="12" creationId="{D9616D5B-72A8-8B34-FF10-519240837B42}"/>
          </ac:spMkLst>
        </pc:spChg>
        <pc:spChg chg="add mod">
          <ac:chgData name="Jean-Aymeric Diet" userId="f459a38a808e9175" providerId="LiveId" clId="{8915BCC7-19E1-4A83-9915-BF9A71412249}" dt="2026-05-16T12:40:31.022" v="632" actId="1076"/>
          <ac:spMkLst>
            <pc:docMk/>
            <pc:sldMk cId="2716841572" sldId="265"/>
            <ac:spMk id="14" creationId="{843BB12D-4D12-E4D8-CB5B-B8CAA00F4260}"/>
          </ac:spMkLst>
        </pc:spChg>
        <pc:spChg chg="add mod">
          <ac:chgData name="Jean-Aymeric Diet" userId="f459a38a808e9175" providerId="LiveId" clId="{8915BCC7-19E1-4A83-9915-BF9A71412249}" dt="2026-05-16T12:34:41.794" v="555" actId="14100"/>
          <ac:spMkLst>
            <pc:docMk/>
            <pc:sldMk cId="2716841572" sldId="265"/>
            <ac:spMk id="15" creationId="{4C53DBF3-D052-6E6E-BF35-6D2646F3BC3B}"/>
          </ac:spMkLst>
        </pc:spChg>
        <pc:spChg chg="add mod">
          <ac:chgData name="Jean-Aymeric Diet" userId="f459a38a808e9175" providerId="LiveId" clId="{8915BCC7-19E1-4A83-9915-BF9A71412249}" dt="2026-05-16T12:34:51.579" v="557" actId="1076"/>
          <ac:spMkLst>
            <pc:docMk/>
            <pc:sldMk cId="2716841572" sldId="265"/>
            <ac:spMk id="16" creationId="{8208CB6A-14DD-BC2C-22CA-4DFDAF627A8F}"/>
          </ac:spMkLst>
        </pc:spChg>
        <pc:spChg chg="add mod">
          <ac:chgData name="Jean-Aymeric Diet" userId="f459a38a808e9175" providerId="LiveId" clId="{8915BCC7-19E1-4A83-9915-BF9A71412249}" dt="2026-05-16T12:41:50.748" v="650" actId="14100"/>
          <ac:spMkLst>
            <pc:docMk/>
            <pc:sldMk cId="2716841572" sldId="265"/>
            <ac:spMk id="17" creationId="{33F31000-4852-6AB1-82A6-332C3BDFFDCB}"/>
          </ac:spMkLst>
        </pc:spChg>
        <pc:spChg chg="add mod ord">
          <ac:chgData name="Jean-Aymeric Diet" userId="f459a38a808e9175" providerId="LiveId" clId="{8915BCC7-19E1-4A83-9915-BF9A71412249}" dt="2026-05-16T12:39:33.684" v="625" actId="1076"/>
          <ac:spMkLst>
            <pc:docMk/>
            <pc:sldMk cId="2716841572" sldId="265"/>
            <ac:spMk id="20" creationId="{8AFA2D20-57CD-F378-D415-6E1FF2B2FF3E}"/>
          </ac:spMkLst>
        </pc:spChg>
        <pc:spChg chg="add mod">
          <ac:chgData name="Jean-Aymeric Diet" userId="f459a38a808e9175" providerId="LiveId" clId="{8915BCC7-19E1-4A83-9915-BF9A71412249}" dt="2026-05-16T12:39:51.963" v="628" actId="14100"/>
          <ac:spMkLst>
            <pc:docMk/>
            <pc:sldMk cId="2716841572" sldId="265"/>
            <ac:spMk id="21" creationId="{FA04D8F2-3365-5927-2EDE-3ABDBC7AFBA8}"/>
          </ac:spMkLst>
        </pc:spChg>
        <pc:spChg chg="add mod">
          <ac:chgData name="Jean-Aymeric Diet" userId="f459a38a808e9175" providerId="LiveId" clId="{8915BCC7-19E1-4A83-9915-BF9A71412249}" dt="2026-05-16T12:39:43.954" v="626" actId="1076"/>
          <ac:spMkLst>
            <pc:docMk/>
            <pc:sldMk cId="2716841572" sldId="265"/>
            <ac:spMk id="22" creationId="{47EF3CE2-8E5B-6350-6579-B9D334862A96}"/>
          </ac:spMkLst>
        </pc:spChg>
        <pc:spChg chg="add mod">
          <ac:chgData name="Jean-Aymeric Diet" userId="f459a38a808e9175" providerId="LiveId" clId="{8915BCC7-19E1-4A83-9915-BF9A71412249}" dt="2026-05-16T12:40:00.518" v="629" actId="1076"/>
          <ac:spMkLst>
            <pc:docMk/>
            <pc:sldMk cId="2716841572" sldId="265"/>
            <ac:spMk id="23" creationId="{3944BD22-4FC7-04B5-A8B1-7FD08DA2C209}"/>
          </ac:spMkLst>
        </pc:spChg>
        <pc:cxnChg chg="add mod">
          <ac:chgData name="Jean-Aymeric Diet" userId="f459a38a808e9175" providerId="LiveId" clId="{8915BCC7-19E1-4A83-9915-BF9A71412249}" dt="2026-05-16T12:41:17.402" v="639" actId="14100"/>
          <ac:cxnSpMkLst>
            <pc:docMk/>
            <pc:sldMk cId="2716841572" sldId="265"/>
            <ac:cxnSpMk id="27" creationId="{C992B807-0B1A-A1DF-F2B9-0315A94C64E3}"/>
          </ac:cxnSpMkLst>
        </pc:cxnChg>
        <pc:cxnChg chg="add mod">
          <ac:chgData name="Jean-Aymeric Diet" userId="f459a38a808e9175" providerId="LiveId" clId="{8915BCC7-19E1-4A83-9915-BF9A71412249}" dt="2026-05-16T12:41:50.748" v="650" actId="14100"/>
          <ac:cxnSpMkLst>
            <pc:docMk/>
            <pc:sldMk cId="2716841572" sldId="265"/>
            <ac:cxnSpMk id="33" creationId="{1ECD5702-478C-5CB3-BD4F-5CDCE8BEEF91}"/>
          </ac:cxnSpMkLst>
        </pc:cxnChg>
        <pc:cxnChg chg="add mod">
          <ac:chgData name="Jean-Aymeric Diet" userId="f459a38a808e9175" providerId="LiveId" clId="{8915BCC7-19E1-4A83-9915-BF9A71412249}" dt="2026-05-16T12:41:33.332" v="645" actId="14100"/>
          <ac:cxnSpMkLst>
            <pc:docMk/>
            <pc:sldMk cId="2716841572" sldId="265"/>
            <ac:cxnSpMk id="36" creationId="{4EF39315-B8AE-08F6-83E0-9D07DF83075B}"/>
          </ac:cxnSpMkLst>
        </pc:cxnChg>
        <pc:cxnChg chg="add mod">
          <ac:chgData name="Jean-Aymeric Diet" userId="f459a38a808e9175" providerId="LiveId" clId="{8915BCC7-19E1-4A83-9915-BF9A71412249}" dt="2026-05-16T12:41:37.992" v="648" actId="14100"/>
          <ac:cxnSpMkLst>
            <pc:docMk/>
            <pc:sldMk cId="2716841572" sldId="265"/>
            <ac:cxnSpMk id="39" creationId="{91DC55EF-96F8-B726-7EED-44FD9B463637}"/>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05240E0-1E4B-4A54-886C-06165F0C94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1C8EAB05-F881-4699-98AB-694C082020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A35499-0FBC-4993-9254-4B7E277AC605}" type="datetimeFigureOut">
              <a:rPr lang="fr-FR" smtClean="0"/>
              <a:t>18/05/2026</a:t>
            </a:fld>
            <a:endParaRPr lang="fr-FR"/>
          </a:p>
        </p:txBody>
      </p:sp>
      <p:sp>
        <p:nvSpPr>
          <p:cNvPr id="4" name="Espace réservé du pied de page 3">
            <a:extLst>
              <a:ext uri="{FF2B5EF4-FFF2-40B4-BE49-F238E27FC236}">
                <a16:creationId xmlns:a16="http://schemas.microsoft.com/office/drawing/2014/main" id="{CE09B312-1861-41EE-9A62-7EC36931F5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E0D892E-F79D-4964-B6C0-7510411A4F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F5C58F-DCE9-4E54-9861-E678E1C8A344}" type="slidenum">
              <a:rPr lang="fr-FR" smtClean="0"/>
              <a:t>‹N°›</a:t>
            </a:fld>
            <a:endParaRPr lang="fr-FR"/>
          </a:p>
        </p:txBody>
      </p:sp>
    </p:spTree>
    <p:extLst>
      <p:ext uri="{BB962C8B-B14F-4D97-AF65-F5344CB8AC3E}">
        <p14:creationId xmlns:p14="http://schemas.microsoft.com/office/powerpoint/2010/main" val="798096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C706F-4F46-40F2-977C-A0D1293832FD}" type="datetimeFigureOut">
              <a:rPr lang="fr-FR" smtClean="0"/>
              <a:t>18/05/2026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DF9A6-7A9B-45C9-905F-82435C0CB057}" type="slidenum">
              <a:rPr lang="fr-FR" smtClean="0"/>
              <a:t>‹N°›</a:t>
            </a:fld>
            <a:endParaRPr lang="fr-FR"/>
          </a:p>
        </p:txBody>
      </p:sp>
    </p:spTree>
    <p:extLst>
      <p:ext uri="{BB962C8B-B14F-4D97-AF65-F5344CB8AC3E}">
        <p14:creationId xmlns:p14="http://schemas.microsoft.com/office/powerpoint/2010/main" val="1531273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FECC97-90F9-420E-BDEB-BF06581A83B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FR" dirty="0"/>
          </a:p>
        </p:txBody>
      </p:sp>
      <p:sp>
        <p:nvSpPr>
          <p:cNvPr id="3" name="Sous-titre 2">
            <a:extLst>
              <a:ext uri="{FF2B5EF4-FFF2-40B4-BE49-F238E27FC236}">
                <a16:creationId xmlns:a16="http://schemas.microsoft.com/office/drawing/2014/main" id="{6D457E3F-573C-42BC-A61D-CE127A1C74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23442FE-58E7-42FE-B369-F6E5555ABF75}"/>
              </a:ext>
            </a:extLst>
          </p:cNvPr>
          <p:cNvSpPr>
            <a:spLocks noGrp="1"/>
          </p:cNvSpPr>
          <p:nvPr>
            <p:ph type="dt" sz="half" idx="10"/>
          </p:nvPr>
        </p:nvSpPr>
        <p:spPr/>
        <p:txBody>
          <a:bodyPr/>
          <a:lstStyle>
            <a:lvl1pPr>
              <a:defRPr b="1">
                <a:solidFill>
                  <a:schemeClr val="tx1"/>
                </a:solidFill>
              </a:defRPr>
            </a:lvl1p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FC568B9D-2FE9-4165-A6AD-37EB8CE1E38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0C78F8C-AAD3-49E9-B995-74DE73512B85}"/>
              </a:ext>
            </a:extLst>
          </p:cNvPr>
          <p:cNvSpPr>
            <a:spLocks noGrp="1"/>
          </p:cNvSpPr>
          <p:nvPr>
            <p:ph type="sldNum" sz="quarter" idx="12"/>
          </p:nvPr>
        </p:nvSpPr>
        <p:spPr/>
        <p:txBody>
          <a:bodyPr/>
          <a:lstStyle>
            <a:lvl1pPr>
              <a:defRPr b="1">
                <a:solidFill>
                  <a:schemeClr val="tx1"/>
                </a:solidFill>
              </a:defRPr>
            </a:lvl1pPr>
          </a:lstStyle>
          <a:p>
            <a:fld id="{13B823E6-D847-4A3E-9723-FB18D1CACB57}" type="slidenum">
              <a:rPr lang="fr-FR" smtClean="0"/>
              <a:pPr/>
              <a:t>‹N°›</a:t>
            </a:fld>
            <a:endParaRPr lang="fr-FR" dirty="0"/>
          </a:p>
        </p:txBody>
      </p:sp>
      <p:pic>
        <p:nvPicPr>
          <p:cNvPr id="7" name="Image 6">
            <a:extLst>
              <a:ext uri="{FF2B5EF4-FFF2-40B4-BE49-F238E27FC236}">
                <a16:creationId xmlns:a16="http://schemas.microsoft.com/office/drawing/2014/main" id="{1AEC6F14-E0DF-4FA9-BB36-86338E2804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293418"/>
          </a:xfrm>
          <a:prstGeom prst="rect">
            <a:avLst/>
          </a:prstGeom>
        </p:spPr>
      </p:pic>
    </p:spTree>
    <p:extLst>
      <p:ext uri="{BB962C8B-B14F-4D97-AF65-F5344CB8AC3E}">
        <p14:creationId xmlns:p14="http://schemas.microsoft.com/office/powerpoint/2010/main" val="83140338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5DA09F-4FEE-4E3E-A7B2-75D2136E974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CC0C988-C14B-421C-AFCA-CA5C46226A4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38BDB1-433B-4A70-8924-3909CE02ACCC}"/>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230DC74F-5DBD-4213-8FF4-B06B9059BE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F492BE-B978-49F0-AF73-1E40E709A922}"/>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530630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5D8621-C39B-494E-AE3F-E3C4F53F33E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0E070D8-CA56-460B-91D5-1B8A8C82DF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0581A18-967B-47F4-A408-CC2C149AAD94}"/>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D3CA634C-3E71-4530-8AF1-31EAE02F724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320051-DD3A-40AF-B67F-BA38BCD8FAB3}"/>
              </a:ext>
            </a:extLst>
          </p:cNvPr>
          <p:cNvSpPr>
            <a:spLocks noGrp="1"/>
          </p:cNvSpPr>
          <p:nvPr>
            <p:ph type="sldNum" sz="quarter" idx="12"/>
          </p:nvPr>
        </p:nvSpPr>
        <p:spPr/>
        <p:txBody>
          <a:bodyPr/>
          <a:lstStyle/>
          <a:p>
            <a:fld id="{13B823E6-D847-4A3E-9723-FB18D1CACB57}" type="slidenum">
              <a:rPr lang="fr-FR" smtClean="0"/>
              <a:t>‹N°›</a:t>
            </a:fld>
            <a:endParaRPr lang="fr-FR"/>
          </a:p>
        </p:txBody>
      </p:sp>
      <p:pic>
        <p:nvPicPr>
          <p:cNvPr id="7" name="Image 6">
            <a:extLst>
              <a:ext uri="{FF2B5EF4-FFF2-40B4-BE49-F238E27FC236}">
                <a16:creationId xmlns:a16="http://schemas.microsoft.com/office/drawing/2014/main" id="{0E2C739E-82E4-4CD1-9D1E-83A24310CB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293418"/>
          </a:xfrm>
          <a:prstGeom prst="rect">
            <a:avLst/>
          </a:prstGeom>
        </p:spPr>
      </p:pic>
    </p:spTree>
    <p:extLst>
      <p:ext uri="{BB962C8B-B14F-4D97-AF65-F5344CB8AC3E}">
        <p14:creationId xmlns:p14="http://schemas.microsoft.com/office/powerpoint/2010/main" val="464640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E956B0-4299-4ABB-A903-CA6DFD93887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3894E0C-B6E7-4039-AA23-09920FAD3A7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BBB5B47-69C1-4A22-BFE4-469BF445A58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E2D3ACA-34C3-4933-853C-2DCA66D34FDB}"/>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A87A3AB0-9313-4A25-B522-22993353725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C7BBB23-7EC0-48DA-8312-0F684D778934}"/>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782964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6DD301-C97E-4E64-AE9C-65B26D46627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BE2907D-ADAF-4EF6-9BCE-78B94711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A78340C-5F55-4AEC-85F4-7772F821F9B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1E37F77-C629-4A0C-9A06-8D7ADB0786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DEFA286-350F-4CA0-829C-C0EA02F620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8F1CF99-A910-4F64-A04E-3DA95CF5A6FF}"/>
              </a:ext>
            </a:extLst>
          </p:cNvPr>
          <p:cNvSpPr>
            <a:spLocks noGrp="1"/>
          </p:cNvSpPr>
          <p:nvPr>
            <p:ph type="dt" sz="half" idx="10"/>
          </p:nvPr>
        </p:nvSpPr>
        <p:spPr/>
        <p:txBody>
          <a:bodyPr/>
          <a:lstStyle/>
          <a:p>
            <a:r>
              <a:rPr lang="fr-FR"/>
              <a:t>jeanaymeric@gmail.com</a:t>
            </a:r>
            <a:endParaRPr lang="fr-FR" dirty="0"/>
          </a:p>
        </p:txBody>
      </p:sp>
      <p:sp>
        <p:nvSpPr>
          <p:cNvPr id="8" name="Espace réservé du pied de page 7">
            <a:extLst>
              <a:ext uri="{FF2B5EF4-FFF2-40B4-BE49-F238E27FC236}">
                <a16:creationId xmlns:a16="http://schemas.microsoft.com/office/drawing/2014/main" id="{0F3759D3-39FD-4C0F-80EC-7089774B391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A466394-D54C-431B-AD79-75F42BC0EEE7}"/>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155624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0714F-C856-48EC-9052-6DE91F78699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CF20A17-08A8-485B-A424-FAFF2380138D}"/>
              </a:ext>
            </a:extLst>
          </p:cNvPr>
          <p:cNvSpPr>
            <a:spLocks noGrp="1"/>
          </p:cNvSpPr>
          <p:nvPr>
            <p:ph type="dt" sz="half" idx="10"/>
          </p:nvPr>
        </p:nvSpPr>
        <p:spPr/>
        <p:txBody>
          <a:bodyPr/>
          <a:lstStyle/>
          <a:p>
            <a:r>
              <a:rPr lang="fr-FR"/>
              <a:t>jeanaymeric@gmail.com</a:t>
            </a:r>
            <a:endParaRPr lang="fr-FR" dirty="0"/>
          </a:p>
        </p:txBody>
      </p:sp>
      <p:sp>
        <p:nvSpPr>
          <p:cNvPr id="4" name="Espace réservé du pied de page 3">
            <a:extLst>
              <a:ext uri="{FF2B5EF4-FFF2-40B4-BE49-F238E27FC236}">
                <a16:creationId xmlns:a16="http://schemas.microsoft.com/office/drawing/2014/main" id="{CA95A598-5637-4F10-991F-F8151AA6ADF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C880A8D-68E3-4173-AE27-63C922B802B1}"/>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411010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103C38E-BCD6-4862-9E44-A957CE5D9613}"/>
              </a:ext>
            </a:extLst>
          </p:cNvPr>
          <p:cNvSpPr>
            <a:spLocks noGrp="1"/>
          </p:cNvSpPr>
          <p:nvPr>
            <p:ph type="dt" sz="half" idx="10"/>
          </p:nvPr>
        </p:nvSpPr>
        <p:spPr/>
        <p:txBody>
          <a:bodyPr/>
          <a:lstStyle/>
          <a:p>
            <a:r>
              <a:rPr lang="fr-FR"/>
              <a:t>jeanaymeric@gmail.com</a:t>
            </a:r>
            <a:endParaRPr lang="fr-FR" dirty="0"/>
          </a:p>
        </p:txBody>
      </p:sp>
      <p:sp>
        <p:nvSpPr>
          <p:cNvPr id="3" name="Espace réservé du pied de page 2">
            <a:extLst>
              <a:ext uri="{FF2B5EF4-FFF2-40B4-BE49-F238E27FC236}">
                <a16:creationId xmlns:a16="http://schemas.microsoft.com/office/drawing/2014/main" id="{0DFC73E5-3EF2-476F-99B9-766DFF04C0C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B8F2BD8-6A05-4E11-9B33-163C773FD61E}"/>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54466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962137-0864-4311-AE4C-7C0A197C053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7686630-A050-498D-A9DD-8687A4FF20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C5893DA-F4FF-4748-8B61-41BEB55B8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F1E6999-51BE-4388-816E-A7CE064A766C}"/>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BDBAD3EA-A558-4A4B-84CB-EB621C14628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630B10B-F604-4CC3-8E30-8C14E8DB2398}"/>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477898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4FB2C6-9EFD-4FD9-9C66-5A881F9B505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C808CB7-42B1-45A1-A104-74EF4A1C5E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a:extLst>
              <a:ext uri="{FF2B5EF4-FFF2-40B4-BE49-F238E27FC236}">
                <a16:creationId xmlns:a16="http://schemas.microsoft.com/office/drawing/2014/main" id="{E00ED900-3718-405F-AA45-4591F0A510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B2471BB-F0BA-4302-8E10-77BFF69AEEEC}"/>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11A0BC4C-B0B8-4F66-9D07-14A0FE4A6B2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C4B94C7-697E-4151-86B5-13FDCC7211A7}"/>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127140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ABBB9E-3441-4CDD-AE7A-E8743453B19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7A5A582-113A-440E-984D-DC5F5BF5AD1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613914F-E342-4423-AC9C-ADE8089430F0}"/>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0CFF6E35-B172-469D-8B53-4D87A4717F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5E8344F-7C7F-4035-9078-B82D5F3C59D4}"/>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37701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A40409-E4F0-4CE0-AB37-76B893AC87A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9B50FD1-4157-4AEA-8EE3-8DC6FBFB6DE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F8F570-1E04-4C6A-B640-54B9FD1D0C0E}"/>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14BB1795-1853-4009-B696-C9EE43E17EA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88853E9-7C9D-4E57-905C-C1E02BECBA9A}"/>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16145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E4797AD9-4691-409A-A77D-C404D916F95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305399"/>
            <a:ext cx="12192000" cy="540425"/>
          </a:xfrm>
          <a:prstGeom prst="rect">
            <a:avLst/>
          </a:prstGeom>
        </p:spPr>
      </p:pic>
      <p:sp>
        <p:nvSpPr>
          <p:cNvPr id="2" name="Espace réservé du titre 1">
            <a:extLst>
              <a:ext uri="{FF2B5EF4-FFF2-40B4-BE49-F238E27FC236}">
                <a16:creationId xmlns:a16="http://schemas.microsoft.com/office/drawing/2014/main" id="{6663058C-BB4D-457A-A78B-3CEB07C82D3F}"/>
              </a:ext>
            </a:extLst>
          </p:cNvPr>
          <p:cNvSpPr>
            <a:spLocks noGrp="1"/>
          </p:cNvSpPr>
          <p:nvPr>
            <p:ph type="title"/>
          </p:nvPr>
        </p:nvSpPr>
        <p:spPr>
          <a:xfrm>
            <a:off x="838200" y="591376"/>
            <a:ext cx="10515600" cy="1099312"/>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249EC66C-A8FA-46FD-8445-4F07752CA0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7C3340D6-2B78-4393-86DE-D599C3FB84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r>
              <a:rPr lang="fr-FR" dirty="0"/>
              <a:t>jeanaymeric@gmail.com</a:t>
            </a:r>
          </a:p>
        </p:txBody>
      </p:sp>
      <p:sp>
        <p:nvSpPr>
          <p:cNvPr id="5" name="Espace réservé du pied de page 4">
            <a:extLst>
              <a:ext uri="{FF2B5EF4-FFF2-40B4-BE49-F238E27FC236}">
                <a16:creationId xmlns:a16="http://schemas.microsoft.com/office/drawing/2014/main" id="{0C2A9B71-960F-4D1F-BB1D-A43459924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1D3B2F6D-9471-49A5-B10E-EC7F3996E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13B823E6-D847-4A3E-9723-FB18D1CACB57}" type="slidenum">
              <a:rPr lang="fr-FR" smtClean="0"/>
              <a:pPr/>
              <a:t>‹N°›</a:t>
            </a:fld>
            <a:endParaRPr lang="fr-FR" dirty="0"/>
          </a:p>
        </p:txBody>
      </p:sp>
      <p:pic>
        <p:nvPicPr>
          <p:cNvPr id="18" name="Image 17">
            <a:extLst>
              <a:ext uri="{FF2B5EF4-FFF2-40B4-BE49-F238E27FC236}">
                <a16:creationId xmlns:a16="http://schemas.microsoft.com/office/drawing/2014/main" id="{9083337B-DB4C-4621-BC24-E732045B4A5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540425"/>
          </a:xfrm>
          <a:prstGeom prst="rect">
            <a:avLst/>
          </a:prstGeom>
        </p:spPr>
      </p:pic>
    </p:spTree>
    <p:extLst>
      <p:ext uri="{BB962C8B-B14F-4D97-AF65-F5344CB8AC3E}">
        <p14:creationId xmlns:p14="http://schemas.microsoft.com/office/powerpoint/2010/main" val="3027713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b="1" kern="1200" cap="small" baseline="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1364D6-200D-463B-B805-C3510F8AA226}"/>
              </a:ext>
            </a:extLst>
          </p:cNvPr>
          <p:cNvSpPr>
            <a:spLocks noGrp="1"/>
          </p:cNvSpPr>
          <p:nvPr>
            <p:ph type="ctrTitle"/>
          </p:nvPr>
        </p:nvSpPr>
        <p:spPr/>
        <p:txBody>
          <a:bodyPr/>
          <a:lstStyle/>
          <a:p>
            <a:r>
              <a:rPr lang="fr-FR" dirty="0"/>
              <a:t>Projet Langage C</a:t>
            </a:r>
          </a:p>
        </p:txBody>
      </p:sp>
      <p:sp>
        <p:nvSpPr>
          <p:cNvPr id="3" name="Sous-titre 2">
            <a:extLst>
              <a:ext uri="{FF2B5EF4-FFF2-40B4-BE49-F238E27FC236}">
                <a16:creationId xmlns:a16="http://schemas.microsoft.com/office/drawing/2014/main" id="{38F70DF8-2525-43FB-B286-749AEA44FFD5}"/>
              </a:ext>
            </a:extLst>
          </p:cNvPr>
          <p:cNvSpPr>
            <a:spLocks noGrp="1"/>
          </p:cNvSpPr>
          <p:nvPr>
            <p:ph type="subTitle" idx="1"/>
          </p:nvPr>
        </p:nvSpPr>
        <p:spPr/>
        <p:txBody>
          <a:bodyPr/>
          <a:lstStyle/>
          <a:p>
            <a:r>
              <a:rPr lang="fr-FR" dirty="0"/>
              <a:t>Nonogramme</a:t>
            </a:r>
          </a:p>
        </p:txBody>
      </p:sp>
      <p:sp>
        <p:nvSpPr>
          <p:cNvPr id="4" name="Espace réservé de la date 3">
            <a:extLst>
              <a:ext uri="{FF2B5EF4-FFF2-40B4-BE49-F238E27FC236}">
                <a16:creationId xmlns:a16="http://schemas.microsoft.com/office/drawing/2014/main" id="{883F4756-1B02-45A9-BD4A-03EE3DFABF2D}"/>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47B5DA94-4BEA-44CC-A4FC-0946BE36E9E6}"/>
              </a:ext>
            </a:extLst>
          </p:cNvPr>
          <p:cNvSpPr>
            <a:spLocks noGrp="1"/>
          </p:cNvSpPr>
          <p:nvPr>
            <p:ph type="sldNum" sz="quarter" idx="12"/>
          </p:nvPr>
        </p:nvSpPr>
        <p:spPr/>
        <p:txBody>
          <a:bodyPr/>
          <a:lstStyle/>
          <a:p>
            <a:fld id="{13B823E6-D847-4A3E-9723-FB18D1CACB57}" type="slidenum">
              <a:rPr lang="fr-FR" smtClean="0"/>
              <a:pPr/>
              <a:t>1</a:t>
            </a:fld>
            <a:endParaRPr lang="fr-FR" dirty="0"/>
          </a:p>
        </p:txBody>
      </p:sp>
      <p:pic>
        <p:nvPicPr>
          <p:cNvPr id="11" name="Image 10">
            <a:extLst>
              <a:ext uri="{FF2B5EF4-FFF2-40B4-BE49-F238E27FC236}">
                <a16:creationId xmlns:a16="http://schemas.microsoft.com/office/drawing/2014/main" id="{7966D01D-9CC5-E45A-28FD-6C991BBC9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022" y="3079843"/>
            <a:ext cx="3152655" cy="3209499"/>
          </a:xfrm>
          <a:prstGeom prst="rect">
            <a:avLst/>
          </a:prstGeom>
        </p:spPr>
      </p:pic>
      <p:pic>
        <p:nvPicPr>
          <p:cNvPr id="13" name="Image 12">
            <a:extLst>
              <a:ext uri="{FF2B5EF4-FFF2-40B4-BE49-F238E27FC236}">
                <a16:creationId xmlns:a16="http://schemas.microsoft.com/office/drawing/2014/main" id="{B387BC0F-AB9A-A6D6-CA60-E035F45C22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5547" y="3079843"/>
            <a:ext cx="3152655" cy="3209499"/>
          </a:xfrm>
          <a:prstGeom prst="rect">
            <a:avLst/>
          </a:prstGeom>
        </p:spPr>
      </p:pic>
    </p:spTree>
    <p:extLst>
      <p:ext uri="{BB962C8B-B14F-4D97-AF65-F5344CB8AC3E}">
        <p14:creationId xmlns:p14="http://schemas.microsoft.com/office/powerpoint/2010/main" val="3078853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BA6A6F-E3A4-0752-454F-66393EFC8A76}"/>
              </a:ext>
            </a:extLst>
          </p:cNvPr>
          <p:cNvSpPr>
            <a:spLocks noGrp="1"/>
          </p:cNvSpPr>
          <p:nvPr>
            <p:ph type="title"/>
          </p:nvPr>
        </p:nvSpPr>
        <p:spPr/>
        <p:txBody>
          <a:bodyPr/>
          <a:lstStyle/>
          <a:p>
            <a:r>
              <a:rPr lang="fr-FR" dirty="0"/>
              <a:t>Nonogramme</a:t>
            </a:r>
          </a:p>
        </p:txBody>
      </p:sp>
      <p:sp>
        <p:nvSpPr>
          <p:cNvPr id="3" name="Espace réservé du contenu 2">
            <a:extLst>
              <a:ext uri="{FF2B5EF4-FFF2-40B4-BE49-F238E27FC236}">
                <a16:creationId xmlns:a16="http://schemas.microsoft.com/office/drawing/2014/main" id="{0F139D78-5114-2380-EA54-BE90D387066C}"/>
              </a:ext>
            </a:extLst>
          </p:cNvPr>
          <p:cNvSpPr>
            <a:spLocks noGrp="1"/>
          </p:cNvSpPr>
          <p:nvPr>
            <p:ph idx="1"/>
          </p:nvPr>
        </p:nvSpPr>
        <p:spPr/>
        <p:txBody>
          <a:bodyPr>
            <a:normAutofit fontScale="92500" lnSpcReduction="20000"/>
          </a:bodyPr>
          <a:lstStyle/>
          <a:p>
            <a:r>
              <a:rPr lang="fr-FR" dirty="0"/>
              <a:t>Un Nonogramme est un jeu de logique constitué d’une grille vide que l’on doit remplir en noir et blanc.</a:t>
            </a:r>
          </a:p>
          <a:p>
            <a:r>
              <a:rPr lang="fr-FR" dirty="0"/>
              <a:t>Chaque ligne et chaque colonne est accompagnée d’une série de nombres. Ces nombres indiquent la taille des groupes de cases noires qui doivent apparaître dans la ligne ou la colonne correspondante.</a:t>
            </a:r>
          </a:p>
          <a:p>
            <a:r>
              <a:rPr lang="fr-FR" dirty="0"/>
              <a:t>Par exemple, une ligne décrite par “3 1” signifie qu’il faut placer trois cases noires consécutives, puis au moins une case blanche, puis une case noire. L’ordre des groupes doit être respecté et les groupes ne peuvent pas se toucher directement.</a:t>
            </a:r>
          </a:p>
          <a:p>
            <a:r>
              <a:rPr lang="fr-FR" dirty="0"/>
              <a:t>L’objectif est de déduire, uniquement à partir de ces contraintes numériques, quelles cases doivent être noires et lesquelles doivent rester blanches. Une fois la grille entièrement résolue, le motif obtenu forme souvent un dessin simple en noir et blanc.</a:t>
            </a:r>
          </a:p>
        </p:txBody>
      </p:sp>
      <p:sp>
        <p:nvSpPr>
          <p:cNvPr id="4" name="Espace réservé de la date 3">
            <a:extLst>
              <a:ext uri="{FF2B5EF4-FFF2-40B4-BE49-F238E27FC236}">
                <a16:creationId xmlns:a16="http://schemas.microsoft.com/office/drawing/2014/main" id="{91898E49-CDAC-D10E-9CE0-70FA63A46BB1}"/>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B0366DE0-2D8E-8070-D610-6C68D63AEA36}"/>
              </a:ext>
            </a:extLst>
          </p:cNvPr>
          <p:cNvSpPr>
            <a:spLocks noGrp="1"/>
          </p:cNvSpPr>
          <p:nvPr>
            <p:ph type="sldNum" sz="quarter" idx="12"/>
          </p:nvPr>
        </p:nvSpPr>
        <p:spPr/>
        <p:txBody>
          <a:bodyPr/>
          <a:lstStyle/>
          <a:p>
            <a:fld id="{13B823E6-D847-4A3E-9723-FB18D1CACB57}" type="slidenum">
              <a:rPr lang="fr-FR" smtClean="0"/>
              <a:t>2</a:t>
            </a:fld>
            <a:endParaRPr lang="fr-FR"/>
          </a:p>
        </p:txBody>
      </p:sp>
    </p:spTree>
    <p:extLst>
      <p:ext uri="{BB962C8B-B14F-4D97-AF65-F5344CB8AC3E}">
        <p14:creationId xmlns:p14="http://schemas.microsoft.com/office/powerpoint/2010/main" val="3727351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B45C0-3E2A-2EEF-C709-9FF3553DDBFC}"/>
              </a:ext>
            </a:extLst>
          </p:cNvPr>
          <p:cNvSpPr>
            <a:spLocks noGrp="1"/>
          </p:cNvSpPr>
          <p:nvPr>
            <p:ph type="title"/>
          </p:nvPr>
        </p:nvSpPr>
        <p:spPr/>
        <p:txBody>
          <a:bodyPr/>
          <a:lstStyle/>
          <a:p>
            <a:r>
              <a:rPr lang="fr-FR" dirty="0"/>
              <a:t>Demande du projet</a:t>
            </a:r>
          </a:p>
        </p:txBody>
      </p:sp>
      <p:sp>
        <p:nvSpPr>
          <p:cNvPr id="3" name="Espace réservé du contenu 2">
            <a:extLst>
              <a:ext uri="{FF2B5EF4-FFF2-40B4-BE49-F238E27FC236}">
                <a16:creationId xmlns:a16="http://schemas.microsoft.com/office/drawing/2014/main" id="{950D42C0-10B3-77E3-1E5F-5002EF715266}"/>
              </a:ext>
            </a:extLst>
          </p:cNvPr>
          <p:cNvSpPr>
            <a:spLocks noGrp="1"/>
          </p:cNvSpPr>
          <p:nvPr>
            <p:ph idx="1"/>
          </p:nvPr>
        </p:nvSpPr>
        <p:spPr/>
        <p:txBody>
          <a:bodyPr>
            <a:normAutofit/>
          </a:bodyPr>
          <a:lstStyle/>
          <a:p>
            <a:r>
              <a:rPr lang="fr-FR" dirty="0"/>
              <a:t>Le projet consiste à développer en langage C un logiciel capable de gérer des grilles de nonogrammes.</a:t>
            </a:r>
          </a:p>
          <a:p>
            <a:r>
              <a:rPr lang="fr-FR" dirty="0"/>
              <a:t>Le logiciel doit permettre </a:t>
            </a:r>
          </a:p>
          <a:p>
            <a:pPr lvl="1"/>
            <a:r>
              <a:rPr lang="fr-FR" dirty="0"/>
              <a:t>de charger une grille depuis un fichier texte, </a:t>
            </a:r>
          </a:p>
          <a:p>
            <a:pPr lvl="1"/>
            <a:r>
              <a:rPr lang="fr-FR" dirty="0"/>
              <a:t>d’afficher la grille dans la console, </a:t>
            </a:r>
          </a:p>
          <a:p>
            <a:pPr lvl="1"/>
            <a:r>
              <a:rPr lang="fr-FR" dirty="0"/>
              <a:t>de laisser un utilisateur remplir progressivement la grille, </a:t>
            </a:r>
          </a:p>
          <a:p>
            <a:pPr lvl="1"/>
            <a:r>
              <a:rPr lang="fr-FR" dirty="0"/>
              <a:t>de sauvegarder sa progression dans un fichier, puis </a:t>
            </a:r>
          </a:p>
          <a:p>
            <a:pPr lvl="1"/>
            <a:r>
              <a:rPr lang="fr-FR" dirty="0"/>
              <a:t>de recharger cette progression ultérieurement. </a:t>
            </a:r>
          </a:p>
          <a:p>
            <a:r>
              <a:rPr lang="fr-FR" dirty="0"/>
              <a:t>Bonus pack : ajouter une fonction capable de résoudre automatiquement une grille complète.</a:t>
            </a:r>
          </a:p>
          <a:p>
            <a:pPr marL="0" indent="0">
              <a:buNone/>
            </a:pPr>
            <a:endParaRPr lang="fr-FR" dirty="0"/>
          </a:p>
        </p:txBody>
      </p:sp>
      <p:sp>
        <p:nvSpPr>
          <p:cNvPr id="4" name="Espace réservé de la date 3">
            <a:extLst>
              <a:ext uri="{FF2B5EF4-FFF2-40B4-BE49-F238E27FC236}">
                <a16:creationId xmlns:a16="http://schemas.microsoft.com/office/drawing/2014/main" id="{36483BA3-B07E-6072-B145-87DFE3FBBEDC}"/>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71149B92-5B0F-BDDE-8F2E-1ED93E3B8F3A}"/>
              </a:ext>
            </a:extLst>
          </p:cNvPr>
          <p:cNvSpPr>
            <a:spLocks noGrp="1"/>
          </p:cNvSpPr>
          <p:nvPr>
            <p:ph type="sldNum" sz="quarter" idx="12"/>
          </p:nvPr>
        </p:nvSpPr>
        <p:spPr/>
        <p:txBody>
          <a:bodyPr/>
          <a:lstStyle/>
          <a:p>
            <a:fld id="{13B823E6-D847-4A3E-9723-FB18D1CACB57}" type="slidenum">
              <a:rPr lang="fr-FR" smtClean="0"/>
              <a:t>3</a:t>
            </a:fld>
            <a:endParaRPr lang="fr-FR"/>
          </a:p>
        </p:txBody>
      </p:sp>
    </p:spTree>
    <p:extLst>
      <p:ext uri="{BB962C8B-B14F-4D97-AF65-F5344CB8AC3E}">
        <p14:creationId xmlns:p14="http://schemas.microsoft.com/office/powerpoint/2010/main" val="302870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22ACE-5CDB-C272-665F-E04BA3019C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01B925-004B-1B38-786D-20573FC0FF12}"/>
              </a:ext>
            </a:extLst>
          </p:cNvPr>
          <p:cNvSpPr>
            <a:spLocks noGrp="1"/>
          </p:cNvSpPr>
          <p:nvPr>
            <p:ph type="title"/>
          </p:nvPr>
        </p:nvSpPr>
        <p:spPr/>
        <p:txBody>
          <a:bodyPr/>
          <a:lstStyle/>
          <a:p>
            <a:r>
              <a:rPr lang="fr-FR" dirty="0"/>
              <a:t>Demande du projet</a:t>
            </a:r>
          </a:p>
        </p:txBody>
      </p:sp>
      <p:sp>
        <p:nvSpPr>
          <p:cNvPr id="3" name="Espace réservé du contenu 2">
            <a:extLst>
              <a:ext uri="{FF2B5EF4-FFF2-40B4-BE49-F238E27FC236}">
                <a16:creationId xmlns:a16="http://schemas.microsoft.com/office/drawing/2014/main" id="{86C97031-279C-F4A3-43C9-45309BF646CB}"/>
              </a:ext>
            </a:extLst>
          </p:cNvPr>
          <p:cNvSpPr>
            <a:spLocks noGrp="1"/>
          </p:cNvSpPr>
          <p:nvPr>
            <p:ph idx="1"/>
          </p:nvPr>
        </p:nvSpPr>
        <p:spPr/>
        <p:txBody>
          <a:bodyPr>
            <a:normAutofit lnSpcReduction="10000"/>
          </a:bodyPr>
          <a:lstStyle/>
          <a:p>
            <a:r>
              <a:rPr lang="fr-FR" dirty="0"/>
              <a:t>Le programme doit être organisé :</a:t>
            </a:r>
          </a:p>
          <a:p>
            <a:pPr lvl="1"/>
            <a:r>
              <a:rPr lang="fr-FR" dirty="0"/>
              <a:t>en plusieurs fichiers sources et en-têtes</a:t>
            </a:r>
          </a:p>
          <a:p>
            <a:pPr lvl="1"/>
            <a:r>
              <a:rPr lang="fr-FR" dirty="0"/>
              <a:t>avec une séparation claire entre </a:t>
            </a:r>
          </a:p>
          <a:p>
            <a:pPr lvl="2"/>
            <a:r>
              <a:rPr lang="fr-FR" dirty="0"/>
              <a:t>Les modules de structure et de leur manipulation</a:t>
            </a:r>
          </a:p>
          <a:p>
            <a:pPr lvl="2"/>
            <a:r>
              <a:rPr lang="fr-FR" dirty="0"/>
              <a:t>les modules de gestion de fichiers</a:t>
            </a:r>
          </a:p>
          <a:p>
            <a:pPr lvl="2"/>
            <a:r>
              <a:rPr lang="fr-FR" dirty="0"/>
              <a:t>les modules de représentation de la grille</a:t>
            </a:r>
          </a:p>
          <a:p>
            <a:pPr lvl="2"/>
            <a:r>
              <a:rPr lang="fr-FR" dirty="0"/>
              <a:t>les modules d’affichage</a:t>
            </a:r>
          </a:p>
          <a:p>
            <a:pPr lvl="2"/>
            <a:r>
              <a:rPr lang="fr-FR" dirty="0"/>
              <a:t>les modules de logique.</a:t>
            </a:r>
          </a:p>
          <a:p>
            <a:pPr lvl="1"/>
            <a:r>
              <a:rPr lang="fr-FR" dirty="0"/>
              <a:t>Le code doit respecter les règles de nommage et de style définies par l’équipe en début de projet.</a:t>
            </a:r>
          </a:p>
          <a:p>
            <a:pPr lvl="1"/>
            <a:r>
              <a:rPr lang="fr-FR" dirty="0"/>
              <a:t>Le dépôt GitHub doit suivre un workflow </a:t>
            </a:r>
            <a:r>
              <a:rPr lang="fr-FR" dirty="0" err="1"/>
              <a:t>GitFlow</a:t>
            </a:r>
            <a:r>
              <a:rPr lang="fr-FR" dirty="0"/>
              <a:t>, avec des branches dédiées aux fonctionnalités et des merges réguliers vers la branche de développement.</a:t>
            </a:r>
          </a:p>
          <a:p>
            <a:endParaRPr lang="fr-FR" dirty="0"/>
          </a:p>
        </p:txBody>
      </p:sp>
      <p:sp>
        <p:nvSpPr>
          <p:cNvPr id="4" name="Espace réservé de la date 3">
            <a:extLst>
              <a:ext uri="{FF2B5EF4-FFF2-40B4-BE49-F238E27FC236}">
                <a16:creationId xmlns:a16="http://schemas.microsoft.com/office/drawing/2014/main" id="{78AA7500-418D-D4EB-268E-8C202AC2DC0E}"/>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36B47B5A-A467-5CA4-9439-8E68CCBCCB9D}"/>
              </a:ext>
            </a:extLst>
          </p:cNvPr>
          <p:cNvSpPr>
            <a:spLocks noGrp="1"/>
          </p:cNvSpPr>
          <p:nvPr>
            <p:ph type="sldNum" sz="quarter" idx="12"/>
          </p:nvPr>
        </p:nvSpPr>
        <p:spPr/>
        <p:txBody>
          <a:bodyPr/>
          <a:lstStyle/>
          <a:p>
            <a:fld id="{13B823E6-D847-4A3E-9723-FB18D1CACB57}" type="slidenum">
              <a:rPr lang="fr-FR" smtClean="0"/>
              <a:t>4</a:t>
            </a:fld>
            <a:endParaRPr lang="fr-FR"/>
          </a:p>
        </p:txBody>
      </p:sp>
    </p:spTree>
    <p:extLst>
      <p:ext uri="{BB962C8B-B14F-4D97-AF65-F5344CB8AC3E}">
        <p14:creationId xmlns:p14="http://schemas.microsoft.com/office/powerpoint/2010/main" val="1967333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D9616D5B-72A8-8B34-FF10-519240837B42}"/>
              </a:ext>
            </a:extLst>
          </p:cNvPr>
          <p:cNvSpPr txBox="1"/>
          <p:nvPr/>
        </p:nvSpPr>
        <p:spPr>
          <a:xfrm>
            <a:off x="763979" y="1825625"/>
            <a:ext cx="1638027" cy="4339650"/>
          </a:xfrm>
          <a:prstGeom prst="rect">
            <a:avLst/>
          </a:prstGeom>
          <a:noFill/>
        </p:spPr>
        <p:txBody>
          <a:bodyPr wrap="square">
            <a:spAutoFit/>
          </a:bodyPr>
          <a:lstStyle/>
          <a:p>
            <a:r>
              <a:rPr lang="fr-FR" sz="1200" dirty="0">
                <a:latin typeface="Consolas" panose="020B0609020204030204" pitchFamily="49" charset="0"/>
              </a:rPr>
              <a:t>4 11</a:t>
            </a:r>
          </a:p>
          <a:p>
            <a:r>
              <a:rPr lang="fr-FR" sz="1200" dirty="0">
                <a:latin typeface="Consolas" panose="020B0609020204030204" pitchFamily="49" charset="0"/>
              </a:rPr>
              <a:t>ROWS</a:t>
            </a:r>
          </a:p>
          <a:p>
            <a:r>
              <a:rPr lang="fr-FR" sz="1200" dirty="0">
                <a:latin typeface="Consolas" panose="020B0609020204030204" pitchFamily="49" charset="0"/>
              </a:rPr>
              <a:t>1;1;2</a:t>
            </a:r>
          </a:p>
          <a:p>
            <a:r>
              <a:rPr lang="fr-FR" sz="1200" dirty="0">
                <a:latin typeface="Consolas" panose="020B0609020204030204" pitchFamily="49" charset="0"/>
              </a:rPr>
              <a:t>1;1;1;1;1</a:t>
            </a:r>
          </a:p>
          <a:p>
            <a:r>
              <a:rPr lang="fr-FR" sz="1200" dirty="0">
                <a:latin typeface="Consolas" panose="020B0609020204030204" pitchFamily="49" charset="0"/>
              </a:rPr>
              <a:t>1;1;3;1;1</a:t>
            </a:r>
          </a:p>
          <a:p>
            <a:r>
              <a:rPr lang="fr-FR" sz="1200" dirty="0">
                <a:latin typeface="Consolas" panose="020B0609020204030204" pitchFamily="49" charset="0"/>
              </a:rPr>
              <a:t>2;1;1;2</a:t>
            </a:r>
          </a:p>
          <a:p>
            <a:r>
              <a:rPr lang="fr-FR" sz="1200" dirty="0">
                <a:latin typeface="Consolas" panose="020B0609020204030204" pitchFamily="49" charset="0"/>
              </a:rPr>
              <a:t>COLS</a:t>
            </a:r>
          </a:p>
          <a:p>
            <a:r>
              <a:rPr lang="fr-FR" sz="1200" dirty="0">
                <a:latin typeface="Consolas" panose="020B0609020204030204" pitchFamily="49" charset="0"/>
              </a:rPr>
              <a:t>1</a:t>
            </a:r>
          </a:p>
          <a:p>
            <a:r>
              <a:rPr lang="fr-FR" sz="1200" dirty="0">
                <a:latin typeface="Consolas" panose="020B0609020204030204" pitchFamily="49" charset="0"/>
              </a:rPr>
              <a:t>1</a:t>
            </a:r>
          </a:p>
          <a:p>
            <a:r>
              <a:rPr lang="fr-FR" sz="1200" dirty="0">
                <a:latin typeface="Consolas" panose="020B0609020204030204" pitchFamily="49" charset="0"/>
              </a:rPr>
              <a:t>4</a:t>
            </a:r>
          </a:p>
          <a:p>
            <a:r>
              <a:rPr lang="fr-FR" sz="1200" dirty="0">
                <a:latin typeface="Consolas" panose="020B0609020204030204" pitchFamily="49" charset="0"/>
              </a:rPr>
              <a:t>0</a:t>
            </a:r>
          </a:p>
          <a:p>
            <a:r>
              <a:rPr lang="fr-FR" sz="1200" dirty="0">
                <a:latin typeface="Consolas" panose="020B0609020204030204" pitchFamily="49" charset="0"/>
              </a:rPr>
              <a:t>3</a:t>
            </a:r>
          </a:p>
          <a:p>
            <a:r>
              <a:rPr lang="fr-FR" sz="1200" dirty="0">
                <a:latin typeface="Consolas" panose="020B0609020204030204" pitchFamily="49" charset="0"/>
              </a:rPr>
              <a:t>1;1</a:t>
            </a:r>
          </a:p>
          <a:p>
            <a:r>
              <a:rPr lang="fr-FR" sz="1200" dirty="0">
                <a:latin typeface="Consolas" panose="020B0609020204030204" pitchFamily="49" charset="0"/>
              </a:rPr>
              <a:t>3</a:t>
            </a:r>
          </a:p>
          <a:p>
            <a:r>
              <a:rPr lang="fr-FR" sz="1200" dirty="0">
                <a:latin typeface="Consolas" panose="020B0609020204030204" pitchFamily="49" charset="0"/>
              </a:rPr>
              <a:t>0</a:t>
            </a:r>
          </a:p>
          <a:p>
            <a:r>
              <a:rPr lang="fr-FR" sz="1200" dirty="0">
                <a:latin typeface="Consolas" panose="020B0609020204030204" pitchFamily="49" charset="0"/>
              </a:rPr>
              <a:t>4</a:t>
            </a:r>
          </a:p>
          <a:p>
            <a:r>
              <a:rPr lang="fr-FR" sz="1200">
                <a:latin typeface="Consolas" panose="020B0609020204030204" pitchFamily="49" charset="0"/>
              </a:rPr>
              <a:t>1;</a:t>
            </a:r>
            <a:r>
              <a:rPr lang="fr-FR" sz="1200" dirty="0">
                <a:latin typeface="Consolas" panose="020B0609020204030204" pitchFamily="49" charset="0"/>
              </a:rPr>
              <a:t>1</a:t>
            </a:r>
          </a:p>
          <a:p>
            <a:r>
              <a:rPr lang="fr-FR" sz="1200" dirty="0">
                <a:latin typeface="Consolas" panose="020B0609020204030204" pitchFamily="49" charset="0"/>
              </a:rPr>
              <a:t>2</a:t>
            </a:r>
          </a:p>
          <a:p>
            <a:r>
              <a:rPr lang="fr-FR" sz="1200" dirty="0">
                <a:latin typeface="Consolas" panose="020B0609020204030204" pitchFamily="49" charset="0"/>
              </a:rPr>
              <a:t>GRID</a:t>
            </a:r>
          </a:p>
          <a:p>
            <a:r>
              <a:rPr lang="fr-FR" sz="1200" dirty="0">
                <a:latin typeface="Consolas" panose="020B0609020204030204" pitchFamily="49" charset="0"/>
              </a:rPr>
              <a:t>00100100110</a:t>
            </a:r>
          </a:p>
          <a:p>
            <a:r>
              <a:rPr lang="fr-FR" sz="1200" dirty="0">
                <a:latin typeface="Consolas" panose="020B0609020204030204" pitchFamily="49" charset="0"/>
              </a:rPr>
              <a:t>00101010101</a:t>
            </a:r>
          </a:p>
          <a:p>
            <a:r>
              <a:rPr lang="fr-FR" sz="1200" dirty="0">
                <a:latin typeface="Consolas" panose="020B0609020204030204" pitchFamily="49" charset="0"/>
              </a:rPr>
              <a:t>10101110101</a:t>
            </a:r>
          </a:p>
          <a:p>
            <a:r>
              <a:rPr lang="fr-FR" sz="1200" dirty="0">
                <a:latin typeface="Consolas" panose="020B0609020204030204" pitchFamily="49" charset="0"/>
              </a:rPr>
              <a:t>01101010110</a:t>
            </a:r>
          </a:p>
        </p:txBody>
      </p:sp>
      <p:sp>
        <p:nvSpPr>
          <p:cNvPr id="20" name="Rectangle : coins arrondis 19">
            <a:extLst>
              <a:ext uri="{FF2B5EF4-FFF2-40B4-BE49-F238E27FC236}">
                <a16:creationId xmlns:a16="http://schemas.microsoft.com/office/drawing/2014/main" id="{8AFA2D20-57CD-F378-D415-6E1FF2B2FF3E}"/>
              </a:ext>
            </a:extLst>
          </p:cNvPr>
          <p:cNvSpPr/>
          <p:nvPr/>
        </p:nvSpPr>
        <p:spPr>
          <a:xfrm>
            <a:off x="2515678" y="2626056"/>
            <a:ext cx="5955032" cy="9231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200" dirty="0"/>
              <a:t>Cette ligne marque le début de la section contenant les contraintes des lignes.</a:t>
            </a:r>
          </a:p>
          <a:p>
            <a:r>
              <a:rPr lang="fr-FR" sz="1200" dirty="0"/>
              <a:t>Chaque ligne correspond aux contraintes d’une ligne de la grille.</a:t>
            </a:r>
          </a:p>
          <a:p>
            <a:r>
              <a:rPr lang="fr-FR" sz="1200" dirty="0"/>
              <a:t>Les nombres sont séparés par des points‑virgules.</a:t>
            </a:r>
          </a:p>
          <a:p>
            <a:r>
              <a:rPr lang="fr-FR" sz="1200" dirty="0"/>
              <a:t>Chaque nombre représente la longueur d’un groupe de cases noires consécutives.</a:t>
            </a:r>
          </a:p>
          <a:p>
            <a:r>
              <a:rPr lang="fr-FR" sz="1200" dirty="0"/>
              <a:t>Une ligne contenant uniquement 0 signifie qu’il n’y a aucun groupe de cases noires.</a:t>
            </a:r>
          </a:p>
        </p:txBody>
      </p:sp>
      <p:sp>
        <p:nvSpPr>
          <p:cNvPr id="2" name="Titre 1">
            <a:extLst>
              <a:ext uri="{FF2B5EF4-FFF2-40B4-BE49-F238E27FC236}">
                <a16:creationId xmlns:a16="http://schemas.microsoft.com/office/drawing/2014/main" id="{63B9BF85-F950-2C94-CD62-C27403DF5BFE}"/>
              </a:ext>
            </a:extLst>
          </p:cNvPr>
          <p:cNvSpPr>
            <a:spLocks noGrp="1"/>
          </p:cNvSpPr>
          <p:nvPr>
            <p:ph type="title"/>
          </p:nvPr>
        </p:nvSpPr>
        <p:spPr/>
        <p:txBody>
          <a:bodyPr/>
          <a:lstStyle/>
          <a:p>
            <a:r>
              <a:rPr lang="fr-FR" dirty="0"/>
              <a:t>Format de fichier .nono</a:t>
            </a:r>
          </a:p>
        </p:txBody>
      </p:sp>
      <p:sp>
        <p:nvSpPr>
          <p:cNvPr id="4" name="Espace réservé de la date 3">
            <a:extLst>
              <a:ext uri="{FF2B5EF4-FFF2-40B4-BE49-F238E27FC236}">
                <a16:creationId xmlns:a16="http://schemas.microsoft.com/office/drawing/2014/main" id="{8E5D4359-E152-E210-8662-7CD7145FA889}"/>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BC322517-A887-1C3C-D31F-923E0DBC2002}"/>
              </a:ext>
            </a:extLst>
          </p:cNvPr>
          <p:cNvSpPr>
            <a:spLocks noGrp="1"/>
          </p:cNvSpPr>
          <p:nvPr>
            <p:ph type="sldNum" sz="quarter" idx="12"/>
          </p:nvPr>
        </p:nvSpPr>
        <p:spPr/>
        <p:txBody>
          <a:bodyPr/>
          <a:lstStyle/>
          <a:p>
            <a:fld id="{13B823E6-D847-4A3E-9723-FB18D1CACB57}" type="slidenum">
              <a:rPr lang="fr-FR" smtClean="0"/>
              <a:t>5</a:t>
            </a:fld>
            <a:endParaRPr lang="fr-FR"/>
          </a:p>
        </p:txBody>
      </p:sp>
      <p:sp>
        <p:nvSpPr>
          <p:cNvPr id="14" name="Parenthèses 13">
            <a:extLst>
              <a:ext uri="{FF2B5EF4-FFF2-40B4-BE49-F238E27FC236}">
                <a16:creationId xmlns:a16="http://schemas.microsoft.com/office/drawing/2014/main" id="{843BB12D-4D12-E4D8-CB5B-B8CAA00F4260}"/>
              </a:ext>
            </a:extLst>
          </p:cNvPr>
          <p:cNvSpPr/>
          <p:nvPr/>
        </p:nvSpPr>
        <p:spPr>
          <a:xfrm>
            <a:off x="677839" y="2047164"/>
            <a:ext cx="1191904" cy="923499"/>
          </a:xfrm>
          <a:prstGeom prst="bracketPair">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5" name="Parenthèses 14">
            <a:extLst>
              <a:ext uri="{FF2B5EF4-FFF2-40B4-BE49-F238E27FC236}">
                <a16:creationId xmlns:a16="http://schemas.microsoft.com/office/drawing/2014/main" id="{4C53DBF3-D052-6E6E-BF35-6D2646F3BC3B}"/>
              </a:ext>
            </a:extLst>
          </p:cNvPr>
          <p:cNvSpPr/>
          <p:nvPr/>
        </p:nvSpPr>
        <p:spPr>
          <a:xfrm>
            <a:off x="677839" y="2963839"/>
            <a:ext cx="1191904" cy="2181367"/>
          </a:xfrm>
          <a:prstGeom prst="bracketPair">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6" name="Parenthèses 15">
            <a:extLst>
              <a:ext uri="{FF2B5EF4-FFF2-40B4-BE49-F238E27FC236}">
                <a16:creationId xmlns:a16="http://schemas.microsoft.com/office/drawing/2014/main" id="{8208CB6A-14DD-BC2C-22CA-4DFDAF627A8F}"/>
              </a:ext>
            </a:extLst>
          </p:cNvPr>
          <p:cNvSpPr/>
          <p:nvPr/>
        </p:nvSpPr>
        <p:spPr>
          <a:xfrm>
            <a:off x="677839" y="5145206"/>
            <a:ext cx="1191904" cy="923499"/>
          </a:xfrm>
          <a:prstGeom prst="bracketPair">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7" name="Parenthèses 16">
            <a:extLst>
              <a:ext uri="{FF2B5EF4-FFF2-40B4-BE49-F238E27FC236}">
                <a16:creationId xmlns:a16="http://schemas.microsoft.com/office/drawing/2014/main" id="{33F31000-4852-6AB1-82A6-332C3BDFFDCB}"/>
              </a:ext>
            </a:extLst>
          </p:cNvPr>
          <p:cNvSpPr/>
          <p:nvPr/>
        </p:nvSpPr>
        <p:spPr>
          <a:xfrm>
            <a:off x="677839" y="1870075"/>
            <a:ext cx="1191904" cy="173677"/>
          </a:xfrm>
          <a:prstGeom prst="bracketPair">
            <a:avLst>
              <a:gd name="adj" fmla="val 50000"/>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A04D8F2-3365-5927-2EDE-3ABDBC7AFBA8}"/>
              </a:ext>
            </a:extLst>
          </p:cNvPr>
          <p:cNvSpPr/>
          <p:nvPr/>
        </p:nvSpPr>
        <p:spPr>
          <a:xfrm>
            <a:off x="2552131" y="1870074"/>
            <a:ext cx="5918579" cy="3863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200" dirty="0"/>
              <a:t>Cette ligne indique la taille de la grille. Le premier nombre correspond au nombre de lignes.</a:t>
            </a:r>
          </a:p>
          <a:p>
            <a:r>
              <a:rPr lang="fr-FR" sz="1200" dirty="0"/>
              <a:t>Le second nombre correspond au nombre de colonnes.</a:t>
            </a:r>
          </a:p>
        </p:txBody>
      </p:sp>
      <p:sp>
        <p:nvSpPr>
          <p:cNvPr id="22" name="Rectangle : coins arrondis 21">
            <a:extLst>
              <a:ext uri="{FF2B5EF4-FFF2-40B4-BE49-F238E27FC236}">
                <a16:creationId xmlns:a16="http://schemas.microsoft.com/office/drawing/2014/main" id="{47EF3CE2-8E5B-6350-6579-B9D334862A96}"/>
              </a:ext>
            </a:extLst>
          </p:cNvPr>
          <p:cNvSpPr/>
          <p:nvPr/>
        </p:nvSpPr>
        <p:spPr>
          <a:xfrm>
            <a:off x="2515678" y="3852445"/>
            <a:ext cx="5955032" cy="56638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200" dirty="0"/>
              <a:t>Cette ligne marque la fin des contraintes des lignes et le début des contraintes des colonnes.</a:t>
            </a:r>
          </a:p>
          <a:p>
            <a:r>
              <a:rPr lang="fr-FR" sz="1200" dirty="0"/>
              <a:t>Il y a autant de lignes que de colonnes dans la grille.</a:t>
            </a:r>
          </a:p>
          <a:p>
            <a:r>
              <a:rPr lang="fr-FR" sz="1200" dirty="0"/>
              <a:t>Chaque ligne décrit les groupes de cases noires d’une colonne, de haut en bas.</a:t>
            </a:r>
          </a:p>
        </p:txBody>
      </p:sp>
      <p:sp>
        <p:nvSpPr>
          <p:cNvPr id="23" name="Rectangle : coins arrondis 22">
            <a:extLst>
              <a:ext uri="{FF2B5EF4-FFF2-40B4-BE49-F238E27FC236}">
                <a16:creationId xmlns:a16="http://schemas.microsoft.com/office/drawing/2014/main" id="{3944BD22-4FC7-04B5-A8B1-7FD08DA2C209}"/>
              </a:ext>
            </a:extLst>
          </p:cNvPr>
          <p:cNvSpPr/>
          <p:nvPr/>
        </p:nvSpPr>
        <p:spPr>
          <a:xfrm>
            <a:off x="2497481" y="5145206"/>
            <a:ext cx="5955032" cy="7187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200" dirty="0"/>
              <a:t>Cette ligne indique que la partie suivante contient la grille elle‑même.</a:t>
            </a:r>
          </a:p>
          <a:p>
            <a:r>
              <a:rPr lang="fr-FR" sz="1200" dirty="0"/>
              <a:t>Chaque ligne contient exactement autant de caractères que de colonnes.</a:t>
            </a:r>
          </a:p>
          <a:p>
            <a:r>
              <a:rPr lang="fr-FR" sz="1200" dirty="0"/>
              <a:t>Un 0 représente une case vide.</a:t>
            </a:r>
          </a:p>
          <a:p>
            <a:r>
              <a:rPr lang="fr-FR" sz="1200" dirty="0"/>
              <a:t>Un 1 représente une case noire.</a:t>
            </a:r>
          </a:p>
        </p:txBody>
      </p:sp>
      <p:cxnSp>
        <p:nvCxnSpPr>
          <p:cNvPr id="27" name="Connecteur : en arc 26">
            <a:extLst>
              <a:ext uri="{FF2B5EF4-FFF2-40B4-BE49-F238E27FC236}">
                <a16:creationId xmlns:a16="http://schemas.microsoft.com/office/drawing/2014/main" id="{C992B807-0B1A-A1DF-F2B9-0315A94C64E3}"/>
              </a:ext>
            </a:extLst>
          </p:cNvPr>
          <p:cNvCxnSpPr>
            <a:cxnSpLocks/>
            <a:stCxn id="14" idx="3"/>
            <a:endCxn id="20" idx="1"/>
          </p:cNvCxnSpPr>
          <p:nvPr/>
        </p:nvCxnSpPr>
        <p:spPr>
          <a:xfrm>
            <a:off x="1869743" y="2508914"/>
            <a:ext cx="645935" cy="578709"/>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Connecteur : en arc 32">
            <a:extLst>
              <a:ext uri="{FF2B5EF4-FFF2-40B4-BE49-F238E27FC236}">
                <a16:creationId xmlns:a16="http://schemas.microsoft.com/office/drawing/2014/main" id="{1ECD5702-478C-5CB3-BD4F-5CDCE8BEEF91}"/>
              </a:ext>
            </a:extLst>
          </p:cNvPr>
          <p:cNvCxnSpPr>
            <a:cxnSpLocks/>
            <a:stCxn id="17" idx="3"/>
            <a:endCxn id="21" idx="1"/>
          </p:cNvCxnSpPr>
          <p:nvPr/>
        </p:nvCxnSpPr>
        <p:spPr>
          <a:xfrm>
            <a:off x="1869743" y="1956914"/>
            <a:ext cx="682388" cy="106338"/>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6" name="Connecteur : en arc 35">
            <a:extLst>
              <a:ext uri="{FF2B5EF4-FFF2-40B4-BE49-F238E27FC236}">
                <a16:creationId xmlns:a16="http://schemas.microsoft.com/office/drawing/2014/main" id="{4EF39315-B8AE-08F6-83E0-9D07DF83075B}"/>
              </a:ext>
            </a:extLst>
          </p:cNvPr>
          <p:cNvCxnSpPr>
            <a:cxnSpLocks/>
            <a:stCxn id="15" idx="3"/>
            <a:endCxn id="22" idx="1"/>
          </p:cNvCxnSpPr>
          <p:nvPr/>
        </p:nvCxnSpPr>
        <p:spPr>
          <a:xfrm>
            <a:off x="1869743" y="4054523"/>
            <a:ext cx="645935" cy="81113"/>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Connecteur : en arc 38">
            <a:extLst>
              <a:ext uri="{FF2B5EF4-FFF2-40B4-BE49-F238E27FC236}">
                <a16:creationId xmlns:a16="http://schemas.microsoft.com/office/drawing/2014/main" id="{91DC55EF-96F8-B726-7EED-44FD9B463637}"/>
              </a:ext>
            </a:extLst>
          </p:cNvPr>
          <p:cNvCxnSpPr>
            <a:cxnSpLocks/>
            <a:stCxn id="16" idx="3"/>
            <a:endCxn id="23" idx="1"/>
          </p:cNvCxnSpPr>
          <p:nvPr/>
        </p:nvCxnSpPr>
        <p:spPr>
          <a:xfrm flipV="1">
            <a:off x="1869743" y="5504598"/>
            <a:ext cx="627738" cy="102358"/>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71684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09A4ED-6274-E33A-AB63-92F2820F74DF}"/>
              </a:ext>
            </a:extLst>
          </p:cNvPr>
          <p:cNvSpPr>
            <a:spLocks noGrp="1"/>
          </p:cNvSpPr>
          <p:nvPr>
            <p:ph type="title"/>
          </p:nvPr>
        </p:nvSpPr>
        <p:spPr/>
        <p:txBody>
          <a:bodyPr/>
          <a:lstStyle/>
          <a:p>
            <a:r>
              <a:rPr lang="fr-FR" dirty="0"/>
              <a:t>Demi‑journée 1 : Mise en place du projet</a:t>
            </a:r>
          </a:p>
        </p:txBody>
      </p:sp>
      <p:sp>
        <p:nvSpPr>
          <p:cNvPr id="3" name="Espace réservé du contenu 2">
            <a:extLst>
              <a:ext uri="{FF2B5EF4-FFF2-40B4-BE49-F238E27FC236}">
                <a16:creationId xmlns:a16="http://schemas.microsoft.com/office/drawing/2014/main" id="{66FD3078-216D-AD87-CCD5-427F66E21A77}"/>
              </a:ext>
            </a:extLst>
          </p:cNvPr>
          <p:cNvSpPr>
            <a:spLocks noGrp="1"/>
          </p:cNvSpPr>
          <p:nvPr>
            <p:ph idx="1"/>
          </p:nvPr>
        </p:nvSpPr>
        <p:spPr/>
        <p:txBody>
          <a:bodyPr>
            <a:normAutofit/>
          </a:bodyPr>
          <a:lstStyle/>
          <a:p>
            <a:r>
              <a:rPr lang="fr-FR" dirty="0"/>
              <a:t>Constitution des équipes de trois étudiants.</a:t>
            </a:r>
          </a:p>
          <a:p>
            <a:r>
              <a:rPr lang="fr-FR" dirty="0"/>
              <a:t>Création des dépôts GitHub et installation du workflow </a:t>
            </a:r>
            <a:r>
              <a:rPr lang="fr-FR" dirty="0" err="1"/>
              <a:t>GitFlow</a:t>
            </a:r>
            <a:r>
              <a:rPr lang="fr-FR" dirty="0"/>
              <a:t>.</a:t>
            </a:r>
          </a:p>
          <a:p>
            <a:r>
              <a:rPr lang="fr-FR" dirty="0"/>
              <a:t>Définition :</a:t>
            </a:r>
          </a:p>
          <a:p>
            <a:pPr lvl="1"/>
            <a:r>
              <a:rPr lang="fr-FR" dirty="0"/>
              <a:t>des règles de programmation</a:t>
            </a:r>
          </a:p>
          <a:p>
            <a:pPr lvl="1"/>
            <a:r>
              <a:rPr lang="fr-FR" dirty="0"/>
              <a:t>de nommage</a:t>
            </a:r>
          </a:p>
          <a:p>
            <a:pPr lvl="1"/>
            <a:r>
              <a:rPr lang="fr-FR" dirty="0"/>
              <a:t>de gestion des </a:t>
            </a:r>
            <a:r>
              <a:rPr lang="fr-FR" dirty="0" err="1"/>
              <a:t>commits</a:t>
            </a:r>
            <a:r>
              <a:rPr lang="fr-FR" dirty="0"/>
              <a:t> et PR</a:t>
            </a:r>
          </a:p>
          <a:p>
            <a:r>
              <a:rPr lang="fr-FR" dirty="0"/>
              <a:t>Première réflexion sur l’organisation des fichiers sources et en-têtes.</a:t>
            </a:r>
          </a:p>
          <a:p>
            <a:r>
              <a:rPr lang="fr-FR" dirty="0"/>
              <a:t>Rédaction d’un premier schéma des structures de données nécessaires.</a:t>
            </a:r>
          </a:p>
        </p:txBody>
      </p:sp>
      <p:sp>
        <p:nvSpPr>
          <p:cNvPr id="4" name="Espace réservé de la date 3">
            <a:extLst>
              <a:ext uri="{FF2B5EF4-FFF2-40B4-BE49-F238E27FC236}">
                <a16:creationId xmlns:a16="http://schemas.microsoft.com/office/drawing/2014/main" id="{115D29F2-AB46-E9C3-2533-A7B08407C90D}"/>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4CB7C916-6FD6-ED85-DF40-8B86FA5C3C1D}"/>
              </a:ext>
            </a:extLst>
          </p:cNvPr>
          <p:cNvSpPr>
            <a:spLocks noGrp="1"/>
          </p:cNvSpPr>
          <p:nvPr>
            <p:ph type="sldNum" sz="quarter" idx="12"/>
          </p:nvPr>
        </p:nvSpPr>
        <p:spPr/>
        <p:txBody>
          <a:bodyPr/>
          <a:lstStyle/>
          <a:p>
            <a:fld id="{13B823E6-D847-4A3E-9723-FB18D1CACB57}" type="slidenum">
              <a:rPr lang="fr-FR" smtClean="0"/>
              <a:t>6</a:t>
            </a:fld>
            <a:endParaRPr lang="fr-FR"/>
          </a:p>
        </p:txBody>
      </p:sp>
    </p:spTree>
    <p:extLst>
      <p:ext uri="{BB962C8B-B14F-4D97-AF65-F5344CB8AC3E}">
        <p14:creationId xmlns:p14="http://schemas.microsoft.com/office/powerpoint/2010/main" val="337998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EDFD-7ECE-E196-7EDB-3D79FD1871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9990CF-365D-2C8C-C6D5-4BDDB60F6B42}"/>
              </a:ext>
            </a:extLst>
          </p:cNvPr>
          <p:cNvSpPr>
            <a:spLocks noGrp="1"/>
          </p:cNvSpPr>
          <p:nvPr>
            <p:ph type="title"/>
          </p:nvPr>
        </p:nvSpPr>
        <p:spPr/>
        <p:txBody>
          <a:bodyPr>
            <a:normAutofit fontScale="90000"/>
          </a:bodyPr>
          <a:lstStyle/>
          <a:p>
            <a:r>
              <a:rPr lang="fr-FR" dirty="0"/>
              <a:t>Demi‑journée 2 : Conception et premières implémentations</a:t>
            </a:r>
          </a:p>
        </p:txBody>
      </p:sp>
      <p:sp>
        <p:nvSpPr>
          <p:cNvPr id="3" name="Espace réservé du contenu 2">
            <a:extLst>
              <a:ext uri="{FF2B5EF4-FFF2-40B4-BE49-F238E27FC236}">
                <a16:creationId xmlns:a16="http://schemas.microsoft.com/office/drawing/2014/main" id="{D7546E76-312D-E28C-7BC5-453E1E6A8AC2}"/>
              </a:ext>
            </a:extLst>
          </p:cNvPr>
          <p:cNvSpPr>
            <a:spLocks noGrp="1"/>
          </p:cNvSpPr>
          <p:nvPr>
            <p:ph idx="1"/>
          </p:nvPr>
        </p:nvSpPr>
        <p:spPr/>
        <p:txBody>
          <a:bodyPr/>
          <a:lstStyle/>
          <a:p>
            <a:r>
              <a:rPr lang="fr-FR" dirty="0"/>
              <a:t>Finalisation des structures de données pour représenter une grille, les contraintes et l’état d’avancement. </a:t>
            </a:r>
          </a:p>
          <a:p>
            <a:r>
              <a:rPr lang="fr-FR" dirty="0"/>
              <a:t>Conception des modules de lecture et d’écriture de fichiers nonogrammes.</a:t>
            </a:r>
          </a:p>
          <a:p>
            <a:r>
              <a:rPr lang="fr-FR" dirty="0"/>
              <a:t>Implémentation des fonctions permettant de charger une grille depuis un fichier texte.</a:t>
            </a:r>
          </a:p>
          <a:p>
            <a:r>
              <a:rPr lang="fr-FR" dirty="0"/>
              <a:t>Implémentation des fonctions permettant d’afficher une grille dans la console.</a:t>
            </a:r>
          </a:p>
          <a:p>
            <a:r>
              <a:rPr lang="fr-FR" dirty="0"/>
              <a:t>Tests unitaires simples pour valider les premières fonctions.</a:t>
            </a:r>
          </a:p>
        </p:txBody>
      </p:sp>
      <p:sp>
        <p:nvSpPr>
          <p:cNvPr id="4" name="Espace réservé de la date 3">
            <a:extLst>
              <a:ext uri="{FF2B5EF4-FFF2-40B4-BE49-F238E27FC236}">
                <a16:creationId xmlns:a16="http://schemas.microsoft.com/office/drawing/2014/main" id="{440B47DF-C502-F51D-F9EB-FB4078AB9BDB}"/>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97A9F39B-85DB-F1E6-6E3F-D08D611293AE}"/>
              </a:ext>
            </a:extLst>
          </p:cNvPr>
          <p:cNvSpPr>
            <a:spLocks noGrp="1"/>
          </p:cNvSpPr>
          <p:nvPr>
            <p:ph type="sldNum" sz="quarter" idx="12"/>
          </p:nvPr>
        </p:nvSpPr>
        <p:spPr/>
        <p:txBody>
          <a:bodyPr/>
          <a:lstStyle/>
          <a:p>
            <a:fld id="{13B823E6-D847-4A3E-9723-FB18D1CACB57}" type="slidenum">
              <a:rPr lang="fr-FR" smtClean="0"/>
              <a:t>7</a:t>
            </a:fld>
            <a:endParaRPr lang="fr-FR"/>
          </a:p>
        </p:txBody>
      </p:sp>
    </p:spTree>
    <p:extLst>
      <p:ext uri="{BB962C8B-B14F-4D97-AF65-F5344CB8AC3E}">
        <p14:creationId xmlns:p14="http://schemas.microsoft.com/office/powerpoint/2010/main" val="297699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F1D0-46E7-EEFD-C7BA-FBEDCF1F824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0C4EF01-97F4-3BC9-5D61-A85A331DB218}"/>
              </a:ext>
            </a:extLst>
          </p:cNvPr>
          <p:cNvSpPr>
            <a:spLocks noGrp="1"/>
          </p:cNvSpPr>
          <p:nvPr>
            <p:ph type="title"/>
          </p:nvPr>
        </p:nvSpPr>
        <p:spPr/>
        <p:txBody>
          <a:bodyPr>
            <a:normAutofit fontScale="90000"/>
          </a:bodyPr>
          <a:lstStyle/>
          <a:p>
            <a:r>
              <a:rPr lang="fr-FR" dirty="0"/>
              <a:t>Demi‑journée 3 : Interaction utilisateur et sauvegarde</a:t>
            </a:r>
          </a:p>
        </p:txBody>
      </p:sp>
      <p:sp>
        <p:nvSpPr>
          <p:cNvPr id="3" name="Espace réservé du contenu 2">
            <a:extLst>
              <a:ext uri="{FF2B5EF4-FFF2-40B4-BE49-F238E27FC236}">
                <a16:creationId xmlns:a16="http://schemas.microsoft.com/office/drawing/2014/main" id="{1ABA70F6-5DA5-16A9-3591-4D79486A8B0F}"/>
              </a:ext>
            </a:extLst>
          </p:cNvPr>
          <p:cNvSpPr>
            <a:spLocks noGrp="1"/>
          </p:cNvSpPr>
          <p:nvPr>
            <p:ph idx="1"/>
          </p:nvPr>
        </p:nvSpPr>
        <p:spPr/>
        <p:txBody>
          <a:bodyPr/>
          <a:lstStyle/>
          <a:p>
            <a:r>
              <a:rPr lang="fr-FR" dirty="0"/>
              <a:t>Implémentation des fonctions permettant à un utilisateur de remplir une grille case par case.</a:t>
            </a:r>
          </a:p>
          <a:p>
            <a:r>
              <a:rPr lang="fr-FR" dirty="0"/>
              <a:t>Gestion des erreurs de saisie et validation des entrées.</a:t>
            </a:r>
          </a:p>
          <a:p>
            <a:r>
              <a:rPr lang="fr-FR" dirty="0"/>
              <a:t>Mise en place de la sauvegarde de la progression dans un fichier.</a:t>
            </a:r>
          </a:p>
          <a:p>
            <a:r>
              <a:rPr lang="fr-FR" dirty="0"/>
              <a:t>Mise en place du rechargement d’une progression existante.</a:t>
            </a:r>
          </a:p>
          <a:p>
            <a:r>
              <a:rPr lang="fr-FR" dirty="0"/>
              <a:t>Mise à jour de la documentation du dépôt et des schémas.</a:t>
            </a:r>
          </a:p>
        </p:txBody>
      </p:sp>
      <p:sp>
        <p:nvSpPr>
          <p:cNvPr id="4" name="Espace réservé de la date 3">
            <a:extLst>
              <a:ext uri="{FF2B5EF4-FFF2-40B4-BE49-F238E27FC236}">
                <a16:creationId xmlns:a16="http://schemas.microsoft.com/office/drawing/2014/main" id="{F85D7B53-DC5F-A4EA-726D-FC58D8847D6B}"/>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178BE3A1-8F84-D78F-ACBA-FE7CE8765075}"/>
              </a:ext>
            </a:extLst>
          </p:cNvPr>
          <p:cNvSpPr>
            <a:spLocks noGrp="1"/>
          </p:cNvSpPr>
          <p:nvPr>
            <p:ph type="sldNum" sz="quarter" idx="12"/>
          </p:nvPr>
        </p:nvSpPr>
        <p:spPr/>
        <p:txBody>
          <a:bodyPr/>
          <a:lstStyle/>
          <a:p>
            <a:fld id="{13B823E6-D847-4A3E-9723-FB18D1CACB57}" type="slidenum">
              <a:rPr lang="fr-FR" smtClean="0"/>
              <a:t>8</a:t>
            </a:fld>
            <a:endParaRPr lang="fr-FR"/>
          </a:p>
        </p:txBody>
      </p:sp>
    </p:spTree>
    <p:extLst>
      <p:ext uri="{BB962C8B-B14F-4D97-AF65-F5344CB8AC3E}">
        <p14:creationId xmlns:p14="http://schemas.microsoft.com/office/powerpoint/2010/main" val="1552208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7810-B2A3-00ED-A972-85EFF64864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4F6765-01E1-6F93-7D2E-00FA32F59D06}"/>
              </a:ext>
            </a:extLst>
          </p:cNvPr>
          <p:cNvSpPr>
            <a:spLocks noGrp="1"/>
          </p:cNvSpPr>
          <p:nvPr>
            <p:ph type="title"/>
          </p:nvPr>
        </p:nvSpPr>
        <p:spPr/>
        <p:txBody>
          <a:bodyPr/>
          <a:lstStyle/>
          <a:p>
            <a:r>
              <a:rPr lang="fr-FR" dirty="0"/>
              <a:t>Demi‑journée 4 : Finalisation et extensions</a:t>
            </a:r>
          </a:p>
        </p:txBody>
      </p:sp>
      <p:sp>
        <p:nvSpPr>
          <p:cNvPr id="3" name="Espace réservé du contenu 2">
            <a:extLst>
              <a:ext uri="{FF2B5EF4-FFF2-40B4-BE49-F238E27FC236}">
                <a16:creationId xmlns:a16="http://schemas.microsoft.com/office/drawing/2014/main" id="{C3FC7BF5-F701-B9BE-DFA6-4F5A07B1765F}"/>
              </a:ext>
            </a:extLst>
          </p:cNvPr>
          <p:cNvSpPr>
            <a:spLocks noGrp="1"/>
          </p:cNvSpPr>
          <p:nvPr>
            <p:ph idx="1"/>
          </p:nvPr>
        </p:nvSpPr>
        <p:spPr/>
        <p:txBody>
          <a:bodyPr/>
          <a:lstStyle/>
          <a:p>
            <a:r>
              <a:rPr lang="fr-FR" dirty="0"/>
              <a:t>Nettoyage du code, harmonisation du style et vérification du respect des règles définies.</a:t>
            </a:r>
          </a:p>
          <a:p>
            <a:r>
              <a:rPr lang="fr-FR" dirty="0"/>
              <a:t>Réalisation d’un test complet du logiciel sur plusieurs fichiers nonogrammes.</a:t>
            </a:r>
          </a:p>
          <a:p>
            <a:r>
              <a:rPr lang="fr-FR" dirty="0"/>
              <a:t>Préparation d’une démonstration du logiciel.</a:t>
            </a:r>
          </a:p>
          <a:p>
            <a:endParaRPr lang="fr-FR" dirty="0"/>
          </a:p>
          <a:p>
            <a:r>
              <a:rPr lang="fr-FR" dirty="0"/>
              <a:t>BONUS-PACK : implémentation d’un solveur automatique simple.</a:t>
            </a:r>
          </a:p>
        </p:txBody>
      </p:sp>
      <p:sp>
        <p:nvSpPr>
          <p:cNvPr id="4" name="Espace réservé de la date 3">
            <a:extLst>
              <a:ext uri="{FF2B5EF4-FFF2-40B4-BE49-F238E27FC236}">
                <a16:creationId xmlns:a16="http://schemas.microsoft.com/office/drawing/2014/main" id="{66581D9F-40A4-D169-BD35-D7DABDBE6FC3}"/>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7DF1A38-679F-DBD3-1B3B-1F841DCF3FD5}"/>
              </a:ext>
            </a:extLst>
          </p:cNvPr>
          <p:cNvSpPr>
            <a:spLocks noGrp="1"/>
          </p:cNvSpPr>
          <p:nvPr>
            <p:ph type="sldNum" sz="quarter" idx="12"/>
          </p:nvPr>
        </p:nvSpPr>
        <p:spPr/>
        <p:txBody>
          <a:bodyPr/>
          <a:lstStyle/>
          <a:p>
            <a:fld id="{13B823E6-D847-4A3E-9723-FB18D1CACB57}" type="slidenum">
              <a:rPr lang="fr-FR" smtClean="0"/>
              <a:t>9</a:t>
            </a:fld>
            <a:endParaRPr lang="fr-FR"/>
          </a:p>
        </p:txBody>
      </p:sp>
    </p:spTree>
    <p:extLst>
      <p:ext uri="{BB962C8B-B14F-4D97-AF65-F5344CB8AC3E}">
        <p14:creationId xmlns:p14="http://schemas.microsoft.com/office/powerpoint/2010/main" val="245654623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AF4BF170-F00B-4482-BA9B-917DB37B03F4}" vid="{E3379756-6B0B-47D5-821C-04C7A8584283}"/>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Modèle de cours JAD</Template>
  <TotalTime>0</TotalTime>
  <Words>825</Words>
  <Application>Microsoft Office PowerPoint</Application>
  <PresentationFormat>Grand écran</PresentationFormat>
  <Paragraphs>110</Paragraphs>
  <Slides>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Consolas</vt:lpstr>
      <vt:lpstr>Thème Office</vt:lpstr>
      <vt:lpstr>Projet Langage C</vt:lpstr>
      <vt:lpstr>Nonogramme</vt:lpstr>
      <vt:lpstr>Demande du projet</vt:lpstr>
      <vt:lpstr>Demande du projet</vt:lpstr>
      <vt:lpstr>Format de fichier .nono</vt:lpstr>
      <vt:lpstr>Demi‑journée 1 : Mise en place du projet</vt:lpstr>
      <vt:lpstr>Demi‑journée 2 : Conception et premières implémentations</vt:lpstr>
      <vt:lpstr>Demi‑journée 3 : Interaction utilisateur et sauvegarde</vt:lpstr>
      <vt:lpstr>Demi‑journée 4 : Finalisation et extensions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Jean-Aymeric Diet</dc:creator>
  <cp:lastModifiedBy>Jean-Aymeric Diet</cp:lastModifiedBy>
  <cp:revision>7</cp:revision>
  <dcterms:created xsi:type="dcterms:W3CDTF">2021-06-20T18:44:46Z</dcterms:created>
  <dcterms:modified xsi:type="dcterms:W3CDTF">2026-05-18T06:29:30Z</dcterms:modified>
</cp:coreProperties>
</file>